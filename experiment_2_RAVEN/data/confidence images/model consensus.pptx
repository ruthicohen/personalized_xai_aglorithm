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07"/>
    <p:restoredTop sz="94634"/>
  </p:normalViewPr>
  <p:slideViewPr>
    <p:cSldViewPr snapToGrid="0">
      <p:cViewPr varScale="1">
        <p:scale>
          <a:sx n="100" d="100"/>
          <a:sy n="100" d="100"/>
        </p:scale>
        <p:origin x="1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D7E70-0AC8-6CE7-CB6E-033CD81BA4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94F9E9-2E46-85C5-8B61-9E89E508B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BF4DE-D79B-AEAA-CD29-693CF038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101-E2E5-9141-A94B-08344577C28A}" type="datetimeFigureOut">
              <a:rPr lang="en-IL" smtClean="0"/>
              <a:t>15/07/2025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861A6-8BED-0CF2-26DB-F43279023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4223E-5348-DB94-1D7D-D7E95A0C7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25951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DA7FF-2998-DE15-28D8-A2548E26E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FA4BF-1306-CE84-950C-E57507C3B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2A53E-8D93-6BC7-3481-D4A58034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101-E2E5-9141-A94B-08344577C28A}" type="datetimeFigureOut">
              <a:rPr lang="en-IL" smtClean="0"/>
              <a:t>15/07/2025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78BD2-303B-C238-9623-FB1FB8B88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90A39-07DB-1AFA-A8B3-8DF8B145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85273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E9FFE-5F68-99EF-6B8E-548877C4E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43612-2AF7-DFB5-C027-826D9BEEEC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F9FB68-7AB4-8CA5-68DC-5816877F0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101-E2E5-9141-A94B-08344577C28A}" type="datetimeFigureOut">
              <a:rPr lang="en-IL" smtClean="0"/>
              <a:t>15/07/2025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54E5B-0E7F-D117-0086-FBB6B9F3E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C96FC7-1D5D-3E84-0415-F2516D18F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137106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8A591-BD1E-A182-5FD8-D4FEEC3EB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24454-9EC6-536C-A3BF-0BED2D641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E84C59-FE2F-BF3F-8EB1-E80C86EB9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A29A6B-9993-EA83-FE0E-FF914BB25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101-E2E5-9141-A94B-08344577C28A}" type="datetimeFigureOut">
              <a:rPr lang="en-IL" smtClean="0"/>
              <a:t>15/07/2025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90B56-069A-E06C-0927-D01231BFA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691AAE-8C3D-1050-591F-B4A22025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87841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2E14A-3B9C-7AE3-02D1-B36FAA75F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204EC-FC11-D0A6-C039-8D2D8FB79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19AF1-F9B7-7E9F-F3D5-0ACED2F426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A5AC41-B20D-FE76-9E0D-5F8068DCA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CEAD28-0109-7446-9605-C864B7FCFA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B4E372-C482-1B8C-DD5D-90D4609C0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101-E2E5-9141-A94B-08344577C28A}" type="datetimeFigureOut">
              <a:rPr lang="en-IL" smtClean="0"/>
              <a:t>15/07/2025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464BEB-7985-4D0E-86CE-2946E8984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B9484C-46CC-2AB4-D059-BA94C3A56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55323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98B01-94F5-60E9-4944-51F3C1B20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567CA4-24FC-B629-D207-D2E13A6B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101-E2E5-9141-A94B-08344577C28A}" type="datetimeFigureOut">
              <a:rPr lang="en-IL" smtClean="0"/>
              <a:t>15/07/2025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5190CD-0DC7-A9EA-85E7-198D68A43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3F12A6-36F1-5877-4087-E190151A4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51514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C43BC2-6B52-6257-74CB-E8740C9B2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101-E2E5-9141-A94B-08344577C28A}" type="datetimeFigureOut">
              <a:rPr lang="en-IL" smtClean="0"/>
              <a:t>15/07/2025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087851-E31C-8FCA-BD34-E838199A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6821B-D637-6D47-631C-74374A2DE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86080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4F0B0-2A24-C40F-8624-D5143FFE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55C9B-2D98-AB6B-25A5-EDD3C13CB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981F8A-2EC5-DB19-EE07-67692D6A3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E9789-54E5-E9F3-A382-363801075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101-E2E5-9141-A94B-08344577C28A}" type="datetimeFigureOut">
              <a:rPr lang="en-IL" smtClean="0"/>
              <a:t>15/07/2025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480045-17E4-C10F-5B59-CA8462D55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267FE-957A-AAA7-8590-4B249AE8F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82861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2651C-3DC6-1D98-8739-76F6960B1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8EDB90-3081-4B2A-D01D-A96A4C8AEE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715B87-6D1E-E346-3373-9FCB98000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416CC0-BAB9-AB5B-CE18-CAB4836A8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101-E2E5-9141-A94B-08344577C28A}" type="datetimeFigureOut">
              <a:rPr lang="en-IL" smtClean="0"/>
              <a:t>15/07/2025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37788A-0901-65D4-4E3C-645EA80A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CC66B-02F0-46C3-5156-E8C86E91A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31312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E995B-4B12-C1B3-56ED-283399276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FA15C-52E3-2260-2906-367164412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8190B-2A6A-E1BB-911A-42DC74283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101-E2E5-9141-A94B-08344577C28A}" type="datetimeFigureOut">
              <a:rPr lang="en-IL" smtClean="0"/>
              <a:t>15/07/2025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78A88-42D0-9295-46AB-EA4895683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50FDF-8DE7-DF21-E826-B0C0ED52C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410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DB31F5-BACA-694F-E3B2-ACD3B0F8C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ACACDA-B9D4-2DBF-A948-18D2A67B5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B3D1C-9BD0-616B-0FE5-A15333E09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8C101-E2E5-9141-A94B-08344577C28A}" type="datetimeFigureOut">
              <a:rPr lang="en-IL" smtClean="0"/>
              <a:t>15/07/2025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F528B-6341-E5FB-F4F8-49042B740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98DAF8-A21C-550C-D13C-B4BAB43C6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5815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605E8D-9335-0D59-7945-7A9513176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D9912-B785-C081-0B04-F18812B46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037AA-B10D-4E90-5CCA-6E552D989A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8C101-E2E5-9141-A94B-08344577C28A}" type="datetimeFigureOut">
              <a:rPr lang="en-IL" smtClean="0"/>
              <a:t>15/07/2025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21DCF-DA39-CA57-17A4-F92270304C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B4FB7-C6BB-6B23-65D0-5B49D8EF8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D75204-70E5-FD4B-B734-9D96AFAD50C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3465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CCDE01-4838-C53C-7956-5CB49AACD3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624958"/>
            <a:ext cx="9144000" cy="1655762"/>
          </a:xfrm>
        </p:spPr>
        <p:txBody>
          <a:bodyPr>
            <a:normAutofit/>
          </a:bodyPr>
          <a:lstStyle/>
          <a:p>
            <a: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e-IL" sz="4000" dirty="0" err="1"/>
              <a:t>Model</a:t>
            </a:r>
            <a:r>
              <a:rPr lang="he-IL" sz="4000" dirty="0"/>
              <a:t> </a:t>
            </a:r>
            <a:r>
              <a:rPr lang="he-IL" sz="4000" dirty="0" err="1"/>
              <a:t>consensus</a:t>
            </a:r>
            <a:r>
              <a:rPr lang="he-IL" sz="4000" dirty="0"/>
              <a:t> </a:t>
            </a:r>
            <a:r>
              <a:rPr lang="he-IL" sz="4000" dirty="0" err="1"/>
              <a:t>ra</a:t>
            </a:r>
            <a:r>
              <a:rPr lang="en-US" sz="4000" dirty="0" err="1"/>
              <a:t>tio</a:t>
            </a:r>
            <a:r>
              <a:rPr lang="en-US" sz="4000" dirty="0"/>
              <a:t> – 30 times vs 50 times</a:t>
            </a:r>
            <a:r>
              <a:rPr lang="he-IL" sz="4000" dirty="0"/>
              <a:t> </a:t>
            </a:r>
            <a:endParaRPr lang="en-IL"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D7BEF5-8D7C-3A8F-4DA6-90020EAC0B15}"/>
              </a:ext>
            </a:extLst>
          </p:cNvPr>
          <p:cNvSpPr txBox="1"/>
          <p:nvPr/>
        </p:nvSpPr>
        <p:spPr>
          <a:xfrm>
            <a:off x="6107502" y="46496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33349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8A368-3DD9-1CB7-2FED-15E77B313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F610E01-B36F-3578-ADE5-AD457ACBAF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0563" y="1139933"/>
            <a:ext cx="9144000" cy="4578134"/>
          </a:xfrm>
        </p:spPr>
        <p:txBody>
          <a:bodyPr>
            <a:normAutofit/>
          </a:bodyPr>
          <a:lstStyle/>
          <a:p>
            <a:pPr marL="0" indent="0" algn="r" defTabSz="91440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e-IL" sz="1800" dirty="0"/>
              <a:t>הסבר: </a:t>
            </a:r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e-IL" sz="1800" dirty="0"/>
              <a:t>החישוב של </a:t>
            </a:r>
            <a:r>
              <a:rPr lang="he-IL" sz="1800" dirty="0" err="1"/>
              <a:t>consensusu</a:t>
            </a:r>
            <a:r>
              <a:rPr lang="he-IL" sz="1800" dirty="0"/>
              <a:t> </a:t>
            </a:r>
            <a:r>
              <a:rPr lang="he-IL" sz="1800" dirty="0" err="1"/>
              <a:t>ratio</a:t>
            </a:r>
            <a:r>
              <a:rPr lang="he-IL" sz="1800" dirty="0"/>
              <a:t> מבוצע כך:</a:t>
            </a:r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e-IL" sz="1800" dirty="0"/>
              <a:t>מתוך </a:t>
            </a:r>
            <a:r>
              <a:rPr lang="he-IL" sz="1800" dirty="0" err="1"/>
              <a:t>x</a:t>
            </a:r>
            <a:r>
              <a:rPr lang="he-IL" sz="1800" dirty="0"/>
              <a:t> הרצות(במקרה שלנו 30), כמה פעמים נבחרה התשובה שהופיעה הכי הרבה פעמים(</a:t>
            </a:r>
            <a:r>
              <a:rPr lang="he-IL" sz="1800" dirty="0" err="1"/>
              <a:t>לאוו</a:t>
            </a:r>
            <a:r>
              <a:rPr lang="he-IL" sz="1800" dirty="0"/>
              <a:t> דווקא התשובה שהיא נכונה)</a:t>
            </a:r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he-IL" sz="1800" dirty="0"/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e-IL" sz="1800" dirty="0"/>
              <a:t>בשונה </a:t>
            </a:r>
            <a:r>
              <a:rPr lang="he-IL" sz="1800" dirty="0" err="1"/>
              <a:t>מconfidence</a:t>
            </a:r>
            <a:r>
              <a:rPr lang="he-IL" sz="1800" dirty="0"/>
              <a:t> שמבסס על </a:t>
            </a:r>
            <a:r>
              <a:rPr lang="he-IL" sz="1800" dirty="0" err="1"/>
              <a:t>sotmax</a:t>
            </a:r>
            <a:r>
              <a:rPr lang="he-IL" sz="1800" dirty="0"/>
              <a:t>, </a:t>
            </a:r>
            <a:r>
              <a:rPr lang="he-IL" sz="1800" dirty="0" err="1"/>
              <a:t>הconsus</a:t>
            </a:r>
            <a:r>
              <a:rPr lang="he-IL" sz="1800" dirty="0"/>
              <a:t> </a:t>
            </a:r>
            <a:r>
              <a:rPr lang="he-IL" sz="1800" dirty="0" err="1"/>
              <a:t>ratio</a:t>
            </a:r>
            <a:r>
              <a:rPr lang="he-IL" sz="1800" dirty="0"/>
              <a:t> נבדק על פני כמה </a:t>
            </a:r>
            <a:r>
              <a:rPr lang="he-IL" sz="1800" dirty="0" err="1"/>
              <a:t>forward</a:t>
            </a:r>
            <a:r>
              <a:rPr lang="he-IL" sz="1800" dirty="0"/>
              <a:t> </a:t>
            </a:r>
            <a:r>
              <a:rPr lang="he-IL" sz="1800" dirty="0" err="1"/>
              <a:t>passes</a:t>
            </a:r>
            <a:r>
              <a:rPr lang="he-IL" sz="1800" dirty="0"/>
              <a:t>.</a:t>
            </a:r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e-IL" sz="1800" dirty="0"/>
              <a:t>זה בודק יציבות ולא רק הסתברות מיידית.</a:t>
            </a:r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e-IL" sz="1800" dirty="0"/>
              <a:t>גם אם </a:t>
            </a:r>
            <a:r>
              <a:rPr lang="he-IL" sz="1800" dirty="0" err="1"/>
              <a:t>sotmax</a:t>
            </a:r>
            <a:r>
              <a:rPr lang="he-IL" sz="1800" dirty="0"/>
              <a:t> מחזיר % </a:t>
            </a:r>
            <a:r>
              <a:rPr lang="he-IL" sz="1800" dirty="0" err="1"/>
              <a:t>מסויים</a:t>
            </a:r>
            <a:r>
              <a:rPr lang="he-IL" sz="1800" dirty="0"/>
              <a:t> של ביטחון לאחת מהתשובות זה לא באמת מבטיח שהיא באמת הכי יציבה בהעדפת המודל ולכן אנחנו בודקים גם יציבות לאורך 30 הרצות.</a:t>
            </a:r>
            <a:endParaRPr lang="en-US" sz="1800" dirty="0"/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sz="1800" dirty="0"/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he-IL" sz="1800" dirty="0">
                <a:highlight>
                  <a:srgbClr val="FFFF00"/>
                </a:highlight>
              </a:rPr>
              <a:t>בצד ימין של כל דף יש את החישוב עבור 50 פעמים, בצד שמאל החישוב של 30 פעמים(הרצות)</a:t>
            </a:r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he-IL" sz="1800" dirty="0"/>
          </a:p>
          <a:p>
            <a:pPr marL="0" indent="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IL" sz="1800" dirty="0"/>
          </a:p>
        </p:txBody>
      </p:sp>
    </p:spTree>
    <p:extLst>
      <p:ext uri="{BB962C8B-B14F-4D97-AF65-F5344CB8AC3E}">
        <p14:creationId xmlns:p14="http://schemas.microsoft.com/office/powerpoint/2010/main" val="1068318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AC924-939F-ECEA-2C88-09BBC391B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60AE4A5-3A30-8A64-BD4D-5604627F108F}"/>
              </a:ext>
            </a:extLst>
          </p:cNvPr>
          <p:cNvSpPr txBox="1"/>
          <p:nvPr/>
        </p:nvSpPr>
        <p:spPr>
          <a:xfrm>
            <a:off x="914400" y="53134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ighlight>
                  <a:srgbClr val="FFFF00"/>
                </a:highlight>
              </a:rPr>
              <a:t>219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82A81C-D26F-85EC-A62C-8147F6616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66" y="1199087"/>
            <a:ext cx="5595371" cy="37894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F42C2C-B443-5C27-A280-29CEAA115D75}"/>
              </a:ext>
            </a:extLst>
          </p:cNvPr>
          <p:cNvSpPr txBox="1"/>
          <p:nvPr/>
        </p:nvSpPr>
        <p:spPr>
          <a:xfrm>
            <a:off x="3929449" y="5535827"/>
            <a:ext cx="4644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IL" dirty="0"/>
              <a:t>כ</a:t>
            </a:r>
            <a:r>
              <a:rPr lang="he-IL" dirty="0"/>
              <a:t>אן המודל בוחר בתשובה 2 מבחינת יציבות ב30%</a:t>
            </a:r>
            <a:endParaRPr lang="en-I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9A7F57-33F8-83B6-8003-16EEE92D4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138" y="949773"/>
            <a:ext cx="5461000" cy="356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829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7B5301-B4B7-9509-EAD8-BC491E7B98D8}"/>
              </a:ext>
            </a:extLst>
          </p:cNvPr>
          <p:cNvSpPr txBox="1"/>
          <p:nvPr/>
        </p:nvSpPr>
        <p:spPr>
          <a:xfrm>
            <a:off x="914400" y="53134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ighlight>
                  <a:srgbClr val="FFFF00"/>
                </a:highlight>
              </a:rPr>
              <a:t>1229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0F8A20-4DCD-6665-032B-B70B72960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467" y="1279694"/>
            <a:ext cx="5386480" cy="33030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6270EE-5379-EBD0-5002-F1CE1E8FA788}"/>
              </a:ext>
            </a:extLst>
          </p:cNvPr>
          <p:cNvSpPr txBox="1"/>
          <p:nvPr/>
        </p:nvSpPr>
        <p:spPr>
          <a:xfrm>
            <a:off x="3801208" y="5535827"/>
            <a:ext cx="4772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IL" dirty="0"/>
              <a:t>כ</a:t>
            </a:r>
            <a:r>
              <a:rPr lang="he-IL" dirty="0"/>
              <a:t>אן המודל בוחר בתשובה 7 מבחינת יציבות ב80%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37335E-30AE-1171-BA44-50EF94015B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200" y="716007"/>
            <a:ext cx="5359400" cy="351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227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C31C5-C4D5-207C-1C13-0DA10685C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9D1C645-790D-A70C-C7A2-D707EF227CD9}"/>
              </a:ext>
            </a:extLst>
          </p:cNvPr>
          <p:cNvSpPr txBox="1"/>
          <p:nvPr/>
        </p:nvSpPr>
        <p:spPr>
          <a:xfrm>
            <a:off x="914400" y="531341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ighlight>
                  <a:srgbClr val="FFFF00"/>
                </a:highlight>
              </a:rPr>
              <a:t>1228_a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AD6162-2CF9-2387-10AC-25F5518C5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065" y="1128196"/>
            <a:ext cx="5931243" cy="37070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2DEE959-152B-D0F3-F4F8-11EABD0B80A5}"/>
              </a:ext>
            </a:extLst>
          </p:cNvPr>
          <p:cNvSpPr txBox="1"/>
          <p:nvPr/>
        </p:nvSpPr>
        <p:spPr>
          <a:xfrm>
            <a:off x="3929449" y="5535827"/>
            <a:ext cx="4644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IL" dirty="0"/>
              <a:t>כ</a:t>
            </a:r>
            <a:r>
              <a:rPr lang="he-IL" dirty="0"/>
              <a:t>אן המודל בוחר בתשובה 7 מבחינת יציבות ב60%</a:t>
            </a:r>
            <a:endParaRPr lang="en-I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EE8CE4-CEFF-2665-2384-0620FCEC0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028" y="716007"/>
            <a:ext cx="68199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188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5978F-5959-C208-2C06-6018B29B7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A358A0-0C68-3402-BC83-EA36B510AB12}"/>
              </a:ext>
            </a:extLst>
          </p:cNvPr>
          <p:cNvSpPr txBox="1"/>
          <p:nvPr/>
        </p:nvSpPr>
        <p:spPr>
          <a:xfrm>
            <a:off x="914400" y="53134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ighlight>
                  <a:srgbClr val="FFFF00"/>
                </a:highlight>
              </a:rPr>
              <a:t>6569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816E4C-76A3-2FE4-BD67-CD21CB1C8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31" y="1452763"/>
            <a:ext cx="5328508" cy="33303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FF4344-7792-0636-8076-4C3C21EAD5FE}"/>
              </a:ext>
            </a:extLst>
          </p:cNvPr>
          <p:cNvSpPr txBox="1"/>
          <p:nvPr/>
        </p:nvSpPr>
        <p:spPr>
          <a:xfrm>
            <a:off x="3929449" y="5535827"/>
            <a:ext cx="4644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IL" dirty="0"/>
              <a:t>כ</a:t>
            </a:r>
            <a:r>
              <a:rPr lang="he-IL" dirty="0"/>
              <a:t>אן המודל בוחר בתשובה 2 מבחינת יציבות ב43%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630F1A-DF91-555F-1664-0539C7C1E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500" y="900673"/>
            <a:ext cx="54991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743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91C41-5B7A-FBAE-4EFB-9DFF57CE7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2DC7764-15E9-FEAC-2598-27473C09F847}"/>
              </a:ext>
            </a:extLst>
          </p:cNvPr>
          <p:cNvSpPr txBox="1"/>
          <p:nvPr/>
        </p:nvSpPr>
        <p:spPr>
          <a:xfrm>
            <a:off x="914400" y="53134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ighlight>
                  <a:srgbClr val="FFFF00"/>
                </a:highlight>
              </a:rPr>
              <a:t>7108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CB4DD2-F7CF-1FB1-DEA3-394102D50A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29" y="1193972"/>
            <a:ext cx="5967321" cy="37331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A00097-A56F-1129-353D-10847A290BB8}"/>
              </a:ext>
            </a:extLst>
          </p:cNvPr>
          <p:cNvSpPr txBox="1"/>
          <p:nvPr/>
        </p:nvSpPr>
        <p:spPr>
          <a:xfrm>
            <a:off x="3801208" y="5535827"/>
            <a:ext cx="4772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IL" dirty="0"/>
              <a:t>כ</a:t>
            </a:r>
            <a:r>
              <a:rPr lang="he-IL" dirty="0"/>
              <a:t>אן המודל בוחר בתשובה 7 מבחינת יציבות ב40%</a:t>
            </a:r>
            <a:endParaRPr lang="en-I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A8BDB32-D626-A61C-FCFE-FDEBC6868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00673"/>
            <a:ext cx="56515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781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930CA-C297-E603-275F-B4E149254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6DB847-9EB3-9863-B100-37FCC20E8517}"/>
              </a:ext>
            </a:extLst>
          </p:cNvPr>
          <p:cNvSpPr txBox="1"/>
          <p:nvPr/>
        </p:nvSpPr>
        <p:spPr>
          <a:xfrm>
            <a:off x="914400" y="53134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ighlight>
                  <a:srgbClr val="FFFF00"/>
                </a:highlight>
              </a:rPr>
              <a:t>128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9BD3E9-DEAA-CFBE-10A8-B704B9FB3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49" y="1219122"/>
            <a:ext cx="6195298" cy="37811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5CDCA2-91C3-18E2-4A72-92156BBBC2F4}"/>
              </a:ext>
            </a:extLst>
          </p:cNvPr>
          <p:cNvSpPr txBox="1"/>
          <p:nvPr/>
        </p:nvSpPr>
        <p:spPr>
          <a:xfrm>
            <a:off x="3929449" y="5535827"/>
            <a:ext cx="4644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IL" dirty="0"/>
              <a:t>כ</a:t>
            </a:r>
            <a:r>
              <a:rPr lang="he-IL" dirty="0"/>
              <a:t>אן המודל בוחר בתשובה 3 מבחינת יציבות ב53%</a:t>
            </a:r>
            <a:endParaRPr lang="en-I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3F5B8C-CE3F-22F2-3869-916662CCF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900673"/>
            <a:ext cx="5969000" cy="356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269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C3CB2-E62A-CD29-4765-DA473A03E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3C0B16-2A8D-086E-7344-F6BE4E9E0E3D}"/>
              </a:ext>
            </a:extLst>
          </p:cNvPr>
          <p:cNvSpPr txBox="1"/>
          <p:nvPr/>
        </p:nvSpPr>
        <p:spPr>
          <a:xfrm>
            <a:off x="914400" y="53134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ighlight>
                  <a:srgbClr val="FFFF00"/>
                </a:highlight>
              </a:rPr>
              <a:t>218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EE4A8C-8B57-4739-83FB-EF5550165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575" y="1205457"/>
            <a:ext cx="5219185" cy="37931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E0F6665-9F8B-01C1-2758-AECB2449B670}"/>
              </a:ext>
            </a:extLst>
          </p:cNvPr>
          <p:cNvSpPr txBox="1"/>
          <p:nvPr/>
        </p:nvSpPr>
        <p:spPr>
          <a:xfrm>
            <a:off x="3672968" y="5535827"/>
            <a:ext cx="4900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IL" dirty="0"/>
              <a:t>כ</a:t>
            </a:r>
            <a:r>
              <a:rPr lang="he-IL" dirty="0"/>
              <a:t>אן המודל בוחר בתשובה 4, 5 מבחינת יציבות ב23%</a:t>
            </a:r>
            <a:endParaRPr lang="en-I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2B2D9B-1FE1-239D-C723-689E9EA812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269" y="1290008"/>
            <a:ext cx="5892800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2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12B8E-F47D-238C-80B3-B58AC7C62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8D8ED36-69F9-D96E-17BE-0BA017C07827}"/>
              </a:ext>
            </a:extLst>
          </p:cNvPr>
          <p:cNvSpPr txBox="1"/>
          <p:nvPr/>
        </p:nvSpPr>
        <p:spPr>
          <a:xfrm>
            <a:off x="914400" y="531341"/>
            <a:ext cx="5549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ighlight>
                  <a:srgbClr val="FFFF00"/>
                </a:highlight>
              </a:rPr>
              <a:t>429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CAA341-4E68-2C84-6EBD-5A25ADDE9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87" y="1297488"/>
            <a:ext cx="5131658" cy="37980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B9B88C9-9BAC-DF5B-A80F-E03D5BD0576E}"/>
              </a:ext>
            </a:extLst>
          </p:cNvPr>
          <p:cNvSpPr txBox="1"/>
          <p:nvPr/>
        </p:nvSpPr>
        <p:spPr>
          <a:xfrm>
            <a:off x="3801208" y="5535827"/>
            <a:ext cx="4772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IL" dirty="0"/>
              <a:t>כ</a:t>
            </a:r>
            <a:r>
              <a:rPr lang="he-IL" dirty="0"/>
              <a:t>אן המודל בוחר בתשובה 2 מבחינת יציבות ב20%</a:t>
            </a:r>
            <a:endParaRPr lang="en-I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9E742A-1A0D-E9BE-E0A3-0CA8F3084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898" y="1107536"/>
            <a:ext cx="5384800" cy="355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059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58AC3-1DC2-CC20-3F9A-753BF80F1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95BA75-A937-F72A-67B8-B46E6F4E6B54}"/>
              </a:ext>
            </a:extLst>
          </p:cNvPr>
          <p:cNvSpPr txBox="1"/>
          <p:nvPr/>
        </p:nvSpPr>
        <p:spPr>
          <a:xfrm>
            <a:off x="914400" y="531341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ighlight>
                  <a:srgbClr val="FFFF00"/>
                </a:highlight>
              </a:rPr>
              <a:t>1228_b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D635A9-B41D-A735-F986-27BC26D23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95" y="1504262"/>
            <a:ext cx="5136868" cy="323523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70D187-F5CC-F586-B09A-37591F26E5B0}"/>
              </a:ext>
            </a:extLst>
          </p:cNvPr>
          <p:cNvSpPr txBox="1"/>
          <p:nvPr/>
        </p:nvSpPr>
        <p:spPr>
          <a:xfrm>
            <a:off x="568643" y="4944540"/>
            <a:ext cx="4644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IL" dirty="0"/>
              <a:t>כ</a:t>
            </a:r>
            <a:r>
              <a:rPr lang="he-IL" dirty="0"/>
              <a:t>אן המודל בוחר בתשובה 2 מבחינת יציבות ב67%</a:t>
            </a:r>
            <a:endParaRPr lang="en-IL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E9ECD4-1A6E-88F4-3C89-9C898044C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3472" y="1221601"/>
            <a:ext cx="5486400" cy="351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602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0A297-3572-4D6F-77E4-1613CF783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1D464F6-6F6B-9559-CC19-E586C45B7DD9}"/>
              </a:ext>
            </a:extLst>
          </p:cNvPr>
          <p:cNvSpPr txBox="1"/>
          <p:nvPr/>
        </p:nvSpPr>
        <p:spPr>
          <a:xfrm>
            <a:off x="914400" y="53134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highlight>
                  <a:srgbClr val="FFFF00"/>
                </a:highlight>
              </a:rPr>
              <a:t>6999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99DCBD-0472-C087-FFD4-2F6911642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274" y="1311478"/>
            <a:ext cx="5668801" cy="356011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94F97F-DBF6-E084-57A4-C6413BB400F3}"/>
              </a:ext>
            </a:extLst>
          </p:cNvPr>
          <p:cNvSpPr txBox="1"/>
          <p:nvPr/>
        </p:nvSpPr>
        <p:spPr>
          <a:xfrm>
            <a:off x="4054482" y="5535827"/>
            <a:ext cx="4519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en-IL" dirty="0"/>
              <a:t>כ</a:t>
            </a:r>
            <a:r>
              <a:rPr lang="he-IL" dirty="0"/>
              <a:t>אן המודל בוחר בתשובה 4 מבחינת יציבות 73%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A29920-F167-2E01-8861-30B2CDB9B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74409"/>
            <a:ext cx="5588000" cy="354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775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900</TotalTime>
  <Words>231</Words>
  <Application>Microsoft Macintosh PowerPoint</Application>
  <PresentationFormat>Widescreen</PresentationFormat>
  <Paragraphs>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רותי כהן</dc:creator>
  <cp:lastModifiedBy>רותי כהן</cp:lastModifiedBy>
  <cp:revision>73</cp:revision>
  <dcterms:created xsi:type="dcterms:W3CDTF">2025-07-09T19:06:37Z</dcterms:created>
  <dcterms:modified xsi:type="dcterms:W3CDTF">2025-07-16T05:53:01Z</dcterms:modified>
</cp:coreProperties>
</file>