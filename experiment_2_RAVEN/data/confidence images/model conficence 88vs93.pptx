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 snapToGrid="0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7E70-0AC8-6CE7-CB6E-033CD81BA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4F9E9-2E46-85C5-8B61-9E89E508B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F4DE-D79B-AEAA-CD29-693CF038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861A6-8BED-0CF2-26DB-F4327902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223E-5348-DB94-1D7D-D7E95A0C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595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A7FF-2998-DE15-28D8-A2548E26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A4BF-1306-CE84-950C-E57507C3B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A53E-8D93-6BC7-3481-D4A58034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78BD2-303B-C238-9623-FB1FB8B8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0A39-07DB-1AFA-A8B3-8DF8B145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527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9FFE-5F68-99EF-6B8E-548877C4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43612-2AF7-DFB5-C027-826D9BEEE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FB68-7AB4-8CA5-68DC-5816877F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54E5B-0E7F-D117-0086-FBB6B9F3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6FC7-1D5D-3E84-0415-F2516D18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1371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A591-BD1E-A182-5FD8-D4FEEC3E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24454-9EC6-536C-A3BF-0BED2D641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84C59-FE2F-BF3F-8EB1-E80C86EB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29A6B-9993-EA83-FE0E-FF914BB2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90B56-069A-E06C-0927-D01231BF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91AAE-8C3D-1050-591F-B4A22025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784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E14A-3B9C-7AE3-02D1-B36FAA75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204EC-FC11-D0A6-C039-8D2D8FB79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19AF1-F9B7-7E9F-F3D5-0ACED2F42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5AC41-B20D-FE76-9E0D-5F8068DCA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EAD28-0109-7446-9605-C864B7FCF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4E372-C482-1B8C-DD5D-90D4609C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64BEB-7985-4D0E-86CE-2946E898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9484C-46CC-2AB4-D059-BA94C3A5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532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8B01-94F5-60E9-4944-51F3C1B2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67CA4-24FC-B629-D207-D2E13A6B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190CD-0DC7-A9EA-85E7-198D68A4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F12A6-36F1-5877-4087-E190151A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151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43BC2-6B52-6257-74CB-E8740C9B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87851-E31C-8FCA-BD34-E838199A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6821B-D637-6D47-631C-74374A2D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608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F0B0-2A24-C40F-8624-D5143FFE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5C9B-2D98-AB6B-25A5-EDD3C13CB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81F8A-2EC5-DB19-EE07-67692D6A3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E9789-54E5-E9F3-A382-36380107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80045-17E4-C10F-5B59-CA8462D5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267FE-957A-AAA7-8590-4B249AE8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286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651C-3DC6-1D98-8739-76F6960B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EDB90-3081-4B2A-D01D-A96A4C8AE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15B87-6D1E-E346-3373-9FCB98000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16CC0-BAB9-AB5B-CE18-CAB4836A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7788A-0901-65D4-4E3C-645EA80A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CC66B-02F0-46C3-5156-E8C86E9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131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995B-4B12-C1B3-56ED-28339927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FA15C-52E3-2260-2906-367164412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8190B-2A6A-E1BB-911A-42DC7428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8A88-42D0-9295-46AB-EA489568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0FDF-8DE7-DF21-E826-B0C0ED52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10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B31F5-BACA-694F-E3B2-ACD3B0F8C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CACDA-B9D4-2DBF-A948-18D2A67B5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B3D1C-9BD0-616B-0FE5-A15333E0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528B-6341-E5FB-F4F8-49042B740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8DAF8-A21C-550C-D13C-B4BAB43C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581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605E8D-9335-0D59-7945-7A951317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D9912-B785-C081-0B04-F18812B46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37AA-B10D-4E90-5CCA-6E552D989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8C101-E2E5-9141-A94B-08344577C28A}" type="datetimeFigureOut">
              <a:rPr lang="en-IL" smtClean="0"/>
              <a:t>09/07/2025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1DCF-DA39-CA57-17A4-F92270304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B4FB7-C6BB-6B23-65D0-5B49D8EF8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46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CCDE01-4838-C53C-7956-5CB49AACD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24958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4000" dirty="0" err="1"/>
              <a:t>Model</a:t>
            </a:r>
            <a:r>
              <a:rPr lang="he-IL" sz="4000" dirty="0"/>
              <a:t> </a:t>
            </a:r>
            <a:r>
              <a:rPr lang="he-IL" sz="4000" dirty="0" err="1"/>
              <a:t>confi</a:t>
            </a:r>
            <a:r>
              <a:rPr lang="en-US" sz="4000" dirty="0" err="1"/>
              <a:t>dence</a:t>
            </a:r>
            <a:r>
              <a:rPr lang="en-US" sz="4000" dirty="0"/>
              <a:t> 88% vs 93%</a:t>
            </a:r>
            <a:endParaRPr lang="en-IL" sz="4000" dirty="0"/>
          </a:p>
        </p:txBody>
      </p:sp>
    </p:spTree>
    <p:extLst>
      <p:ext uri="{BB962C8B-B14F-4D97-AF65-F5344CB8AC3E}">
        <p14:creationId xmlns:p14="http://schemas.microsoft.com/office/powerpoint/2010/main" val="123334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AC924-939F-ECEA-2C88-09BBC391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97160B-B4FF-0B8C-69B9-278DD9F58587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0AE4A5-3A30-8A64-BD4D-5604627F108F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219</a:t>
            </a:r>
          </a:p>
        </p:txBody>
      </p:sp>
      <p:pic>
        <p:nvPicPr>
          <p:cNvPr id="3" name="Picture 2" descr="A screenshot of a test&#10;&#10;AI-generated content may be incorrect.">
            <a:extLst>
              <a:ext uri="{FF2B5EF4-FFF2-40B4-BE49-F238E27FC236}">
                <a16:creationId xmlns:a16="http://schemas.microsoft.com/office/drawing/2014/main" id="{EF67D7FA-3029-108D-F922-936AD7EB5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829" y="1879085"/>
            <a:ext cx="3530600" cy="2679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D81839-DDDB-CE9E-AB5C-B93C149AD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457" y="1866385"/>
            <a:ext cx="28194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29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342BB3-9C2B-6E1B-C985-3B446F67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25648"/>
              </p:ext>
            </p:extLst>
          </p:nvPr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7B5301-B4B7-9509-EAD8-BC491E7B98D8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1229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FC40BD-6B8C-021E-1954-29445DE64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020" y="1762554"/>
            <a:ext cx="2679700" cy="2616200"/>
          </a:xfrm>
          <a:prstGeom prst="rect">
            <a:avLst/>
          </a:prstGeom>
        </p:spPr>
      </p:pic>
      <p:pic>
        <p:nvPicPr>
          <p:cNvPr id="8" name="Picture 7" descr="A screenshot of a test&#10;&#10;AI-generated content may be incorrect.">
            <a:extLst>
              <a:ext uri="{FF2B5EF4-FFF2-40B4-BE49-F238E27FC236}">
                <a16:creationId xmlns:a16="http://schemas.microsoft.com/office/drawing/2014/main" id="{E39CC18B-38AB-8B8C-D37B-C864002B0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576" y="1762554"/>
            <a:ext cx="35814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27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31C5-C4D5-207C-1C13-0DA10685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6CB80E-9BFC-9A88-D909-A79555A28EF7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D1C645-790D-A70C-C7A2-D707EF227CD9}"/>
              </a:ext>
            </a:extLst>
          </p:cNvPr>
          <p:cNvSpPr txBox="1"/>
          <p:nvPr/>
        </p:nvSpPr>
        <p:spPr>
          <a:xfrm>
            <a:off x="914400" y="531341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1228_a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54BB0E-D0EE-6041-0E7A-A63886D10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18" y="1817988"/>
            <a:ext cx="2832100" cy="2628900"/>
          </a:xfrm>
          <a:prstGeom prst="rect">
            <a:avLst/>
          </a:prstGeom>
        </p:spPr>
      </p:pic>
      <p:pic>
        <p:nvPicPr>
          <p:cNvPr id="6" name="Picture 5" descr="A number of numbers and percentages&#10;&#10;AI-generated content may be incorrect.">
            <a:extLst>
              <a:ext uri="{FF2B5EF4-FFF2-40B4-BE49-F238E27FC236}">
                <a16:creationId xmlns:a16="http://schemas.microsoft.com/office/drawing/2014/main" id="{1EC4AD5B-BA8F-1E9F-0D4B-5EBBE5227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173" y="1856088"/>
            <a:ext cx="34290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8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978F-5959-C208-2C06-6018B29B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936FE3-966E-6D8A-9090-F039471D47F4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A358A0-0C68-3402-BC83-EA36B510AB12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6569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360702-6D4D-706E-50B8-D789010AD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874" y="1767875"/>
            <a:ext cx="2933700" cy="2679700"/>
          </a:xfrm>
          <a:prstGeom prst="rect">
            <a:avLst/>
          </a:prstGeom>
        </p:spPr>
      </p:pic>
      <p:pic>
        <p:nvPicPr>
          <p:cNvPr id="6" name="Picture 5" descr="A number of numbers and symbols&#10;&#10;AI-generated content may be incorrect.">
            <a:extLst>
              <a:ext uri="{FF2B5EF4-FFF2-40B4-BE49-F238E27FC236}">
                <a16:creationId xmlns:a16="http://schemas.microsoft.com/office/drawing/2014/main" id="{CAE051FE-6463-31F4-DEDC-EC318BB3F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027" y="1767875"/>
            <a:ext cx="28321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91C41-5B7A-FBAE-4EFB-9DFF57CE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FFF1CD-4429-950F-6D5E-90FBD4D9CE90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DC7764-15E9-FEAC-2598-27473C09F847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7108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336A62-2A55-AC50-A8D5-B54CC7666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949" y="1930958"/>
            <a:ext cx="2895600" cy="2641600"/>
          </a:xfrm>
          <a:prstGeom prst="rect">
            <a:avLst/>
          </a:prstGeom>
        </p:spPr>
      </p:pic>
      <p:pic>
        <p:nvPicPr>
          <p:cNvPr id="6" name="Picture 5" descr="A number of numbers and percentages&#10;&#10;AI-generated content may be incorrect.">
            <a:extLst>
              <a:ext uri="{FF2B5EF4-FFF2-40B4-BE49-F238E27FC236}">
                <a16:creationId xmlns:a16="http://schemas.microsoft.com/office/drawing/2014/main" id="{A3E22631-9AD3-294B-BD6C-ED6BBE38B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435" y="1830001"/>
            <a:ext cx="32385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8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30CA-C297-E603-275F-B4E149254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AB4725-D74D-0768-9A61-52A7380DE615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66DB847-9EB3-9863-B100-37FCC20E8517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9AD557-BE21-B787-8675-FE72165DD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073" y="1909119"/>
            <a:ext cx="2768600" cy="2743200"/>
          </a:xfrm>
          <a:prstGeom prst="rect">
            <a:avLst/>
          </a:prstGeom>
        </p:spPr>
      </p:pic>
      <p:pic>
        <p:nvPicPr>
          <p:cNvPr id="6" name="Picture 5" descr="A screenshot of a test&#10;&#10;AI-generated content may be incorrect.">
            <a:extLst>
              <a:ext uri="{FF2B5EF4-FFF2-40B4-BE49-F238E27FC236}">
                <a16:creationId xmlns:a16="http://schemas.microsoft.com/office/drawing/2014/main" id="{46459D52-2F88-91C7-D699-271728459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616" y="1909119"/>
            <a:ext cx="34036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69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3CB2-E62A-CD29-4765-DA473A03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B18125-3176-867B-022D-2BF76FD69103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3C0B16-2A8D-086E-7344-F6BE4E9E0E3D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218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257E4C-5EC5-F226-8CEB-4508CB9FE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469" y="1780231"/>
            <a:ext cx="3238500" cy="266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930A8B-9F2C-8FC7-333A-19A9EF3DE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31" y="1792931"/>
            <a:ext cx="35052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2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2B8E-F47D-238C-80B3-B58AC7C6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98961-0303-0974-2C0E-AAE88AE596C3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8D8ED36-69F9-D96E-17BE-0BA017C07827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429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B7BCAC-4FF0-01E6-11E2-B754939BA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015" y="1780231"/>
            <a:ext cx="2933700" cy="2679700"/>
          </a:xfrm>
          <a:prstGeom prst="rect">
            <a:avLst/>
          </a:prstGeom>
        </p:spPr>
      </p:pic>
      <p:pic>
        <p:nvPicPr>
          <p:cNvPr id="6" name="Picture 5" descr="A screenshot of a test&#10;&#10;AI-generated content may be incorrect.">
            <a:extLst>
              <a:ext uri="{FF2B5EF4-FFF2-40B4-BE49-F238E27FC236}">
                <a16:creationId xmlns:a16="http://schemas.microsoft.com/office/drawing/2014/main" id="{79405674-DAD2-5F69-75E7-C43A817CC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285" y="1780231"/>
            <a:ext cx="28321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59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8AC3-1DC2-CC20-3F9A-753BF80F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95D2BB-BD05-38B1-225C-D84526D21D53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95BA75-A937-F72A-67B8-B46E6F4E6B54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1228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677F6C-1C14-9DEF-C7DD-9C1F5C20E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245" y="1836008"/>
            <a:ext cx="3213100" cy="2667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D0EBC0-09B7-B80B-B1FC-B3E6D4D5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655" y="1836008"/>
            <a:ext cx="32639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02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A297-3572-4D6F-77E4-1613CF78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098C2-BDD2-5DB7-F3E7-116CB21F1D79}"/>
              </a:ext>
            </a:extLst>
          </p:cNvPr>
          <p:cNvGraphicFramePr>
            <a:graphicFrameLocks noGrp="1"/>
          </p:cNvGraphicFramePr>
          <p:nvPr/>
        </p:nvGraphicFramePr>
        <p:xfrm>
          <a:off x="2157713" y="1019375"/>
          <a:ext cx="8145850" cy="48192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72925">
                  <a:extLst>
                    <a:ext uri="{9D8B030D-6E8A-4147-A177-3AD203B41FA5}">
                      <a16:colId xmlns:a16="http://schemas.microsoft.com/office/drawing/2014/main" val="3202468722"/>
                    </a:ext>
                  </a:extLst>
                </a:gridCol>
                <a:gridCol w="4072925">
                  <a:extLst>
                    <a:ext uri="{9D8B030D-6E8A-4147-A177-3AD203B41FA5}">
                      <a16:colId xmlns:a16="http://schemas.microsoft.com/office/drawing/2014/main" val="816147468"/>
                    </a:ext>
                  </a:extLst>
                </a:gridCol>
              </a:tblGrid>
              <a:tr h="444843">
                <a:tc>
                  <a:txBody>
                    <a:bodyPr/>
                    <a:lstStyle/>
                    <a:p>
                      <a:r>
                        <a:rPr lang="en-IL" dirty="0"/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dirty="0"/>
                        <a:t>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814442"/>
                  </a:ext>
                </a:extLst>
              </a:tr>
              <a:tr h="4374407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88491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D464F6-6F6B-9559-CC19-E586C45B7DD9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6999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6076F-7A96-C405-F8B3-1A041D54E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838" y="1798938"/>
            <a:ext cx="3251200" cy="2667000"/>
          </a:xfrm>
          <a:prstGeom prst="rect">
            <a:avLst/>
          </a:prstGeom>
        </p:spPr>
      </p:pic>
      <p:pic>
        <p:nvPicPr>
          <p:cNvPr id="6" name="Picture 5" descr="A screenshot of a test&#10;&#10;AI-generated content may be incorrect.">
            <a:extLst>
              <a:ext uri="{FF2B5EF4-FFF2-40B4-BE49-F238E27FC236}">
                <a16:creationId xmlns:a16="http://schemas.microsoft.com/office/drawing/2014/main" id="{7C2AB363-ADBA-1456-CD32-9DC0ED89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613" y="1780403"/>
            <a:ext cx="356870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75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537F8-421F-DD8E-89B4-706E8ED25659}"/>
              </a:ext>
            </a:extLst>
          </p:cNvPr>
          <p:cNvSpPr txBox="1"/>
          <p:nvPr/>
        </p:nvSpPr>
        <p:spPr>
          <a:xfrm>
            <a:off x="1335015" y="1532238"/>
            <a:ext cx="100078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/>
            <a:r>
              <a:rPr lang="he-IL" dirty="0"/>
              <a:t>לסיכום:</a:t>
            </a:r>
          </a:p>
          <a:p>
            <a:pPr marL="342900" indent="-342900" algn="r" defTabSz="914400" rtl="1" eaLnBrk="1" latinLnBrk="0" hangingPunct="1">
              <a:buAutoNum type="arabicPeriod"/>
            </a:pPr>
            <a:r>
              <a:rPr lang="he-IL" dirty="0"/>
              <a:t>יש 10 שאלות בניסוי</a:t>
            </a:r>
          </a:p>
          <a:p>
            <a:pPr marL="342900" indent="-342900" algn="r" defTabSz="914400" rtl="1" eaLnBrk="1" latinLnBrk="0" hangingPunct="1">
              <a:buAutoNum type="arabicPeriod"/>
            </a:pPr>
            <a:r>
              <a:rPr lang="he-IL" dirty="0"/>
              <a:t>מודל </a:t>
            </a:r>
            <a:r>
              <a:rPr lang="he-IL" dirty="0" err="1"/>
              <a:t>הdcnet</a:t>
            </a:r>
            <a:r>
              <a:rPr lang="he-IL" dirty="0"/>
              <a:t> עם 88% אחוזי הדיוק הצליח לנבא 6/10, לעומת מודל </a:t>
            </a:r>
            <a:r>
              <a:rPr lang="he-IL" dirty="0" err="1"/>
              <a:t>הdcnet</a:t>
            </a:r>
            <a:r>
              <a:rPr lang="he-IL" dirty="0"/>
              <a:t> עם 93% אחוזי הדיוק שהצליח</a:t>
            </a:r>
          </a:p>
          <a:p>
            <a:pPr algn="r" defTabSz="914400" rtl="1" eaLnBrk="1" latinLnBrk="0" hangingPunct="1"/>
            <a:r>
              <a:rPr lang="he-IL" dirty="0"/>
              <a:t>לנבא 9/10 מהשאלות</a:t>
            </a:r>
          </a:p>
        </p:txBody>
      </p:sp>
    </p:spTree>
    <p:extLst>
      <p:ext uri="{BB962C8B-B14F-4D97-AF65-F5344CB8AC3E}">
        <p14:creationId xmlns:p14="http://schemas.microsoft.com/office/powerpoint/2010/main" val="325212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89</Words>
  <Application>Microsoft Macintosh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רותי כהן</dc:creator>
  <cp:lastModifiedBy>רותי כהן</cp:lastModifiedBy>
  <cp:revision>31</cp:revision>
  <dcterms:created xsi:type="dcterms:W3CDTF">2025-07-09T19:06:37Z</dcterms:created>
  <dcterms:modified xsi:type="dcterms:W3CDTF">2025-07-09T19:31:17Z</dcterms:modified>
</cp:coreProperties>
</file>