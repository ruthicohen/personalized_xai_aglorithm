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89" r:id="rId2"/>
    <p:sldId id="290" r:id="rId3"/>
    <p:sldId id="291" r:id="rId4"/>
    <p:sldId id="292" r:id="rId5"/>
    <p:sldId id="257" r:id="rId6"/>
    <p:sldId id="265" r:id="rId7"/>
    <p:sldId id="275" r:id="rId8"/>
    <p:sldId id="266" r:id="rId9"/>
    <p:sldId id="276" r:id="rId10"/>
    <p:sldId id="267" r:id="rId11"/>
    <p:sldId id="277" r:id="rId12"/>
    <p:sldId id="268" r:id="rId13"/>
    <p:sldId id="278" r:id="rId14"/>
    <p:sldId id="271" r:id="rId15"/>
    <p:sldId id="279" r:id="rId16"/>
    <p:sldId id="299" r:id="rId17"/>
    <p:sldId id="300" r:id="rId18"/>
    <p:sldId id="301" r:id="rId19"/>
    <p:sldId id="302" r:id="rId20"/>
    <p:sldId id="258" r:id="rId21"/>
    <p:sldId id="280" r:id="rId22"/>
    <p:sldId id="269" r:id="rId23"/>
    <p:sldId id="287" r:id="rId24"/>
    <p:sldId id="270" r:id="rId25"/>
    <p:sldId id="288" r:id="rId26"/>
    <p:sldId id="272" r:id="rId27"/>
    <p:sldId id="284" r:id="rId28"/>
    <p:sldId id="273" r:id="rId29"/>
    <p:sldId id="285" r:id="rId30"/>
    <p:sldId id="256" r:id="rId31"/>
    <p:sldId id="293" r:id="rId32"/>
    <p:sldId id="294" r:id="rId33"/>
    <p:sldId id="298" r:id="rId34"/>
    <p:sldId id="295" r:id="rId35"/>
    <p:sldId id="296" r:id="rId36"/>
  </p:sldIdLst>
  <p:sldSz cx="12192000" cy="6858000"/>
  <p:notesSz cx="6858000" cy="9144000"/>
  <p:defaultText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317"/>
    <p:restoredTop sz="94792"/>
  </p:normalViewPr>
  <p:slideViewPr>
    <p:cSldViewPr snapToGrid="0">
      <p:cViewPr varScale="1">
        <p:scale>
          <a:sx n="102" d="100"/>
          <a:sy n="102" d="100"/>
        </p:scale>
        <p:origin x="744"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2D81FE-B125-8FB5-24A7-D74EC367F31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L"/>
          </a:p>
        </p:txBody>
      </p:sp>
      <p:sp>
        <p:nvSpPr>
          <p:cNvPr id="3" name="Subtitle 2">
            <a:extLst>
              <a:ext uri="{FF2B5EF4-FFF2-40B4-BE49-F238E27FC236}">
                <a16:creationId xmlns:a16="http://schemas.microsoft.com/office/drawing/2014/main" id="{C23DADAE-6AB9-EBF2-AB6B-27C68FF7808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L"/>
          </a:p>
        </p:txBody>
      </p:sp>
      <p:sp>
        <p:nvSpPr>
          <p:cNvPr id="4" name="Date Placeholder 3">
            <a:extLst>
              <a:ext uri="{FF2B5EF4-FFF2-40B4-BE49-F238E27FC236}">
                <a16:creationId xmlns:a16="http://schemas.microsoft.com/office/drawing/2014/main" id="{C1DC921C-51BC-7E14-3C54-D12BD21AC1E4}"/>
              </a:ext>
            </a:extLst>
          </p:cNvPr>
          <p:cNvSpPr>
            <a:spLocks noGrp="1"/>
          </p:cNvSpPr>
          <p:nvPr>
            <p:ph type="dt" sz="half" idx="10"/>
          </p:nvPr>
        </p:nvSpPr>
        <p:spPr/>
        <p:txBody>
          <a:bodyPr/>
          <a:lstStyle/>
          <a:p>
            <a:fld id="{98D55281-F229-EE4D-9D33-FC90A6C8BA59}" type="datetimeFigureOut">
              <a:rPr lang="en-IL" smtClean="0"/>
              <a:t>19/07/2026</a:t>
            </a:fld>
            <a:endParaRPr lang="en-IL"/>
          </a:p>
        </p:txBody>
      </p:sp>
      <p:sp>
        <p:nvSpPr>
          <p:cNvPr id="5" name="Footer Placeholder 4">
            <a:extLst>
              <a:ext uri="{FF2B5EF4-FFF2-40B4-BE49-F238E27FC236}">
                <a16:creationId xmlns:a16="http://schemas.microsoft.com/office/drawing/2014/main" id="{40D19711-D025-5583-10B4-02A299BF53DA}"/>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54243FEC-D2A6-CCA2-9593-ECD9B984AB9B}"/>
              </a:ext>
            </a:extLst>
          </p:cNvPr>
          <p:cNvSpPr>
            <a:spLocks noGrp="1"/>
          </p:cNvSpPr>
          <p:nvPr>
            <p:ph type="sldNum" sz="quarter" idx="12"/>
          </p:nvPr>
        </p:nvSpPr>
        <p:spPr/>
        <p:txBody>
          <a:bodyPr/>
          <a:lstStyle/>
          <a:p>
            <a:fld id="{4DB9A168-E71D-194C-9865-49C67005AA86}" type="slidenum">
              <a:rPr lang="en-IL" smtClean="0"/>
              <a:t>‹#›</a:t>
            </a:fld>
            <a:endParaRPr lang="en-IL"/>
          </a:p>
        </p:txBody>
      </p:sp>
    </p:spTree>
    <p:extLst>
      <p:ext uri="{BB962C8B-B14F-4D97-AF65-F5344CB8AC3E}">
        <p14:creationId xmlns:p14="http://schemas.microsoft.com/office/powerpoint/2010/main" val="8031500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B5C83-CE71-E4A4-EFDF-7B6E7B12C7FA}"/>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F93EA1D8-EEF4-0245-64A9-557E04D327F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B86CA77F-3C74-1D4E-926E-1D7F9D01BEDE}"/>
              </a:ext>
            </a:extLst>
          </p:cNvPr>
          <p:cNvSpPr>
            <a:spLocks noGrp="1"/>
          </p:cNvSpPr>
          <p:nvPr>
            <p:ph type="dt" sz="half" idx="10"/>
          </p:nvPr>
        </p:nvSpPr>
        <p:spPr/>
        <p:txBody>
          <a:bodyPr/>
          <a:lstStyle/>
          <a:p>
            <a:fld id="{98D55281-F229-EE4D-9D33-FC90A6C8BA59}" type="datetimeFigureOut">
              <a:rPr lang="en-IL" smtClean="0"/>
              <a:t>19/07/2026</a:t>
            </a:fld>
            <a:endParaRPr lang="en-IL"/>
          </a:p>
        </p:txBody>
      </p:sp>
      <p:sp>
        <p:nvSpPr>
          <p:cNvPr id="5" name="Footer Placeholder 4">
            <a:extLst>
              <a:ext uri="{FF2B5EF4-FFF2-40B4-BE49-F238E27FC236}">
                <a16:creationId xmlns:a16="http://schemas.microsoft.com/office/drawing/2014/main" id="{BEB47BAA-202B-7682-EFDB-CDD1E8433810}"/>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8B7837A7-855D-51B3-3284-62A83AFEEEF9}"/>
              </a:ext>
            </a:extLst>
          </p:cNvPr>
          <p:cNvSpPr>
            <a:spLocks noGrp="1"/>
          </p:cNvSpPr>
          <p:nvPr>
            <p:ph type="sldNum" sz="quarter" idx="12"/>
          </p:nvPr>
        </p:nvSpPr>
        <p:spPr/>
        <p:txBody>
          <a:bodyPr/>
          <a:lstStyle/>
          <a:p>
            <a:fld id="{4DB9A168-E71D-194C-9865-49C67005AA86}" type="slidenum">
              <a:rPr lang="en-IL" smtClean="0"/>
              <a:t>‹#›</a:t>
            </a:fld>
            <a:endParaRPr lang="en-IL"/>
          </a:p>
        </p:txBody>
      </p:sp>
    </p:spTree>
    <p:extLst>
      <p:ext uri="{BB962C8B-B14F-4D97-AF65-F5344CB8AC3E}">
        <p14:creationId xmlns:p14="http://schemas.microsoft.com/office/powerpoint/2010/main" val="2468729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B6DC40-3D3D-4003-579A-3B523C638E8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L"/>
          </a:p>
        </p:txBody>
      </p:sp>
      <p:sp>
        <p:nvSpPr>
          <p:cNvPr id="3" name="Text Placeholder 2">
            <a:extLst>
              <a:ext uri="{FF2B5EF4-FFF2-40B4-BE49-F238E27FC236}">
                <a16:creationId xmlns:a16="http://schemas.microsoft.com/office/drawing/2014/main" id="{087B39A3-D0B3-612A-4E9A-78104133841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3117536-1F41-3537-3A61-C43C744B04AB}"/>
              </a:ext>
            </a:extLst>
          </p:cNvPr>
          <p:cNvSpPr>
            <a:spLocks noGrp="1"/>
          </p:cNvSpPr>
          <p:nvPr>
            <p:ph type="dt" sz="half" idx="10"/>
          </p:nvPr>
        </p:nvSpPr>
        <p:spPr/>
        <p:txBody>
          <a:bodyPr/>
          <a:lstStyle/>
          <a:p>
            <a:fld id="{98D55281-F229-EE4D-9D33-FC90A6C8BA59}" type="datetimeFigureOut">
              <a:rPr lang="en-IL" smtClean="0"/>
              <a:t>19/07/2026</a:t>
            </a:fld>
            <a:endParaRPr lang="en-IL"/>
          </a:p>
        </p:txBody>
      </p:sp>
      <p:sp>
        <p:nvSpPr>
          <p:cNvPr id="5" name="Footer Placeholder 4">
            <a:extLst>
              <a:ext uri="{FF2B5EF4-FFF2-40B4-BE49-F238E27FC236}">
                <a16:creationId xmlns:a16="http://schemas.microsoft.com/office/drawing/2014/main" id="{F88F3A68-BA73-FC7F-3C30-63BDB1C5E67A}"/>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9E9EEDA2-F98A-7CB3-5E6E-2E88CC049C5D}"/>
              </a:ext>
            </a:extLst>
          </p:cNvPr>
          <p:cNvSpPr>
            <a:spLocks noGrp="1"/>
          </p:cNvSpPr>
          <p:nvPr>
            <p:ph type="sldNum" sz="quarter" idx="12"/>
          </p:nvPr>
        </p:nvSpPr>
        <p:spPr/>
        <p:txBody>
          <a:bodyPr/>
          <a:lstStyle/>
          <a:p>
            <a:fld id="{4DB9A168-E71D-194C-9865-49C67005AA86}" type="slidenum">
              <a:rPr lang="en-IL" smtClean="0"/>
              <a:t>‹#›</a:t>
            </a:fld>
            <a:endParaRPr lang="en-IL"/>
          </a:p>
        </p:txBody>
      </p:sp>
    </p:spTree>
    <p:extLst>
      <p:ext uri="{BB962C8B-B14F-4D97-AF65-F5344CB8AC3E}">
        <p14:creationId xmlns:p14="http://schemas.microsoft.com/office/powerpoint/2010/main" val="38800819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7250D5-79BE-DA5F-3AF1-7AFFEA92A8D0}"/>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8F0A4532-B3EA-9C56-9DE5-D5266E574A1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Content Placeholder 3">
            <a:extLst>
              <a:ext uri="{FF2B5EF4-FFF2-40B4-BE49-F238E27FC236}">
                <a16:creationId xmlns:a16="http://schemas.microsoft.com/office/drawing/2014/main" id="{994F2DA4-3099-5BFE-6DA8-C2BFCDF6134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Date Placeholder 4">
            <a:extLst>
              <a:ext uri="{FF2B5EF4-FFF2-40B4-BE49-F238E27FC236}">
                <a16:creationId xmlns:a16="http://schemas.microsoft.com/office/drawing/2014/main" id="{6D671210-A1FE-2A61-964D-1BFD0CF58053}"/>
              </a:ext>
            </a:extLst>
          </p:cNvPr>
          <p:cNvSpPr>
            <a:spLocks noGrp="1"/>
          </p:cNvSpPr>
          <p:nvPr>
            <p:ph type="dt" sz="half" idx="10"/>
          </p:nvPr>
        </p:nvSpPr>
        <p:spPr/>
        <p:txBody>
          <a:bodyPr/>
          <a:lstStyle/>
          <a:p>
            <a:fld id="{98D55281-F229-EE4D-9D33-FC90A6C8BA59}" type="datetimeFigureOut">
              <a:rPr lang="en-IL" smtClean="0"/>
              <a:t>19/07/2026</a:t>
            </a:fld>
            <a:endParaRPr lang="en-IL"/>
          </a:p>
        </p:txBody>
      </p:sp>
      <p:sp>
        <p:nvSpPr>
          <p:cNvPr id="6" name="Footer Placeholder 5">
            <a:extLst>
              <a:ext uri="{FF2B5EF4-FFF2-40B4-BE49-F238E27FC236}">
                <a16:creationId xmlns:a16="http://schemas.microsoft.com/office/drawing/2014/main" id="{CA2F0A41-B6CE-2D2D-1E2B-CCFC62B67E3C}"/>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0682B1AF-8B06-C5C0-2F52-D9660C1FC888}"/>
              </a:ext>
            </a:extLst>
          </p:cNvPr>
          <p:cNvSpPr>
            <a:spLocks noGrp="1"/>
          </p:cNvSpPr>
          <p:nvPr>
            <p:ph type="sldNum" sz="quarter" idx="12"/>
          </p:nvPr>
        </p:nvSpPr>
        <p:spPr/>
        <p:txBody>
          <a:bodyPr/>
          <a:lstStyle/>
          <a:p>
            <a:fld id="{4DB9A168-E71D-194C-9865-49C67005AA86}" type="slidenum">
              <a:rPr lang="en-IL" smtClean="0"/>
              <a:t>‹#›</a:t>
            </a:fld>
            <a:endParaRPr lang="en-IL"/>
          </a:p>
        </p:txBody>
      </p:sp>
    </p:spTree>
    <p:extLst>
      <p:ext uri="{BB962C8B-B14F-4D97-AF65-F5344CB8AC3E}">
        <p14:creationId xmlns:p14="http://schemas.microsoft.com/office/powerpoint/2010/main" val="37453326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CF439-29D4-14BD-DCAC-076A13AC76AF}"/>
              </a:ext>
            </a:extLst>
          </p:cNvPr>
          <p:cNvSpPr>
            <a:spLocks noGrp="1"/>
          </p:cNvSpPr>
          <p:nvPr>
            <p:ph type="title"/>
          </p:nvPr>
        </p:nvSpPr>
        <p:spPr>
          <a:xfrm>
            <a:off x="839788" y="365125"/>
            <a:ext cx="10515600" cy="1325563"/>
          </a:xfrm>
        </p:spPr>
        <p:txBody>
          <a:bodyPr/>
          <a:lstStyle/>
          <a:p>
            <a:r>
              <a:rPr lang="en-US"/>
              <a:t>Click to edit Master title style</a:t>
            </a:r>
            <a:endParaRPr lang="en-IL"/>
          </a:p>
        </p:txBody>
      </p:sp>
      <p:sp>
        <p:nvSpPr>
          <p:cNvPr id="3" name="Text Placeholder 2">
            <a:extLst>
              <a:ext uri="{FF2B5EF4-FFF2-40B4-BE49-F238E27FC236}">
                <a16:creationId xmlns:a16="http://schemas.microsoft.com/office/drawing/2014/main" id="{C95ECEF2-6FD4-7553-4CC7-C9B924AA430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329C3BD-53EE-0730-7083-B749E1E33DE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Text Placeholder 4">
            <a:extLst>
              <a:ext uri="{FF2B5EF4-FFF2-40B4-BE49-F238E27FC236}">
                <a16:creationId xmlns:a16="http://schemas.microsoft.com/office/drawing/2014/main" id="{DB4A3B6A-41A2-0A00-3957-A20443145B6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2B5335A-8195-AB27-2EFC-AF03F2A4AF4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7" name="Date Placeholder 6">
            <a:extLst>
              <a:ext uri="{FF2B5EF4-FFF2-40B4-BE49-F238E27FC236}">
                <a16:creationId xmlns:a16="http://schemas.microsoft.com/office/drawing/2014/main" id="{75EF7C84-F737-5C5E-497A-F3FEF250045D}"/>
              </a:ext>
            </a:extLst>
          </p:cNvPr>
          <p:cNvSpPr>
            <a:spLocks noGrp="1"/>
          </p:cNvSpPr>
          <p:nvPr>
            <p:ph type="dt" sz="half" idx="10"/>
          </p:nvPr>
        </p:nvSpPr>
        <p:spPr/>
        <p:txBody>
          <a:bodyPr/>
          <a:lstStyle/>
          <a:p>
            <a:fld id="{98D55281-F229-EE4D-9D33-FC90A6C8BA59}" type="datetimeFigureOut">
              <a:rPr lang="en-IL" smtClean="0"/>
              <a:t>19/07/2026</a:t>
            </a:fld>
            <a:endParaRPr lang="en-IL"/>
          </a:p>
        </p:txBody>
      </p:sp>
      <p:sp>
        <p:nvSpPr>
          <p:cNvPr id="8" name="Footer Placeholder 7">
            <a:extLst>
              <a:ext uri="{FF2B5EF4-FFF2-40B4-BE49-F238E27FC236}">
                <a16:creationId xmlns:a16="http://schemas.microsoft.com/office/drawing/2014/main" id="{1F08D761-4A16-2F36-B783-F75BFE5DF8FD}"/>
              </a:ext>
            </a:extLst>
          </p:cNvPr>
          <p:cNvSpPr>
            <a:spLocks noGrp="1"/>
          </p:cNvSpPr>
          <p:nvPr>
            <p:ph type="ftr" sz="quarter" idx="11"/>
          </p:nvPr>
        </p:nvSpPr>
        <p:spPr/>
        <p:txBody>
          <a:bodyPr/>
          <a:lstStyle/>
          <a:p>
            <a:endParaRPr lang="en-IL"/>
          </a:p>
        </p:txBody>
      </p:sp>
      <p:sp>
        <p:nvSpPr>
          <p:cNvPr id="9" name="Slide Number Placeholder 8">
            <a:extLst>
              <a:ext uri="{FF2B5EF4-FFF2-40B4-BE49-F238E27FC236}">
                <a16:creationId xmlns:a16="http://schemas.microsoft.com/office/drawing/2014/main" id="{6D548D54-E0C6-07CE-01A6-3EDCA50CB785}"/>
              </a:ext>
            </a:extLst>
          </p:cNvPr>
          <p:cNvSpPr>
            <a:spLocks noGrp="1"/>
          </p:cNvSpPr>
          <p:nvPr>
            <p:ph type="sldNum" sz="quarter" idx="12"/>
          </p:nvPr>
        </p:nvSpPr>
        <p:spPr/>
        <p:txBody>
          <a:bodyPr/>
          <a:lstStyle/>
          <a:p>
            <a:fld id="{4DB9A168-E71D-194C-9865-49C67005AA86}" type="slidenum">
              <a:rPr lang="en-IL" smtClean="0"/>
              <a:t>‹#›</a:t>
            </a:fld>
            <a:endParaRPr lang="en-IL"/>
          </a:p>
        </p:txBody>
      </p:sp>
    </p:spTree>
    <p:extLst>
      <p:ext uri="{BB962C8B-B14F-4D97-AF65-F5344CB8AC3E}">
        <p14:creationId xmlns:p14="http://schemas.microsoft.com/office/powerpoint/2010/main" val="16213345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81723D-DB24-BCDA-9B47-D2F4ED042490}"/>
              </a:ext>
            </a:extLst>
          </p:cNvPr>
          <p:cNvSpPr>
            <a:spLocks noGrp="1"/>
          </p:cNvSpPr>
          <p:nvPr>
            <p:ph type="title"/>
          </p:nvPr>
        </p:nvSpPr>
        <p:spPr/>
        <p:txBody>
          <a:bodyPr/>
          <a:lstStyle/>
          <a:p>
            <a:r>
              <a:rPr lang="en-US"/>
              <a:t>Click to edit Master title style</a:t>
            </a:r>
            <a:endParaRPr lang="en-IL"/>
          </a:p>
        </p:txBody>
      </p:sp>
      <p:sp>
        <p:nvSpPr>
          <p:cNvPr id="3" name="Date Placeholder 2">
            <a:extLst>
              <a:ext uri="{FF2B5EF4-FFF2-40B4-BE49-F238E27FC236}">
                <a16:creationId xmlns:a16="http://schemas.microsoft.com/office/drawing/2014/main" id="{39B623A3-B5E6-A7E5-5846-1A11B48F8345}"/>
              </a:ext>
            </a:extLst>
          </p:cNvPr>
          <p:cNvSpPr>
            <a:spLocks noGrp="1"/>
          </p:cNvSpPr>
          <p:nvPr>
            <p:ph type="dt" sz="half" idx="10"/>
          </p:nvPr>
        </p:nvSpPr>
        <p:spPr/>
        <p:txBody>
          <a:bodyPr/>
          <a:lstStyle/>
          <a:p>
            <a:fld id="{98D55281-F229-EE4D-9D33-FC90A6C8BA59}" type="datetimeFigureOut">
              <a:rPr lang="en-IL" smtClean="0"/>
              <a:t>19/07/2026</a:t>
            </a:fld>
            <a:endParaRPr lang="en-IL"/>
          </a:p>
        </p:txBody>
      </p:sp>
      <p:sp>
        <p:nvSpPr>
          <p:cNvPr id="4" name="Footer Placeholder 3">
            <a:extLst>
              <a:ext uri="{FF2B5EF4-FFF2-40B4-BE49-F238E27FC236}">
                <a16:creationId xmlns:a16="http://schemas.microsoft.com/office/drawing/2014/main" id="{CBA95F68-5909-4A20-2D0D-D65A43AEBC3F}"/>
              </a:ext>
            </a:extLst>
          </p:cNvPr>
          <p:cNvSpPr>
            <a:spLocks noGrp="1"/>
          </p:cNvSpPr>
          <p:nvPr>
            <p:ph type="ftr" sz="quarter" idx="11"/>
          </p:nvPr>
        </p:nvSpPr>
        <p:spPr/>
        <p:txBody>
          <a:bodyPr/>
          <a:lstStyle/>
          <a:p>
            <a:endParaRPr lang="en-IL"/>
          </a:p>
        </p:txBody>
      </p:sp>
      <p:sp>
        <p:nvSpPr>
          <p:cNvPr id="5" name="Slide Number Placeholder 4">
            <a:extLst>
              <a:ext uri="{FF2B5EF4-FFF2-40B4-BE49-F238E27FC236}">
                <a16:creationId xmlns:a16="http://schemas.microsoft.com/office/drawing/2014/main" id="{17B5D785-0A1C-7CBE-1D84-4E6C18D57507}"/>
              </a:ext>
            </a:extLst>
          </p:cNvPr>
          <p:cNvSpPr>
            <a:spLocks noGrp="1"/>
          </p:cNvSpPr>
          <p:nvPr>
            <p:ph type="sldNum" sz="quarter" idx="12"/>
          </p:nvPr>
        </p:nvSpPr>
        <p:spPr/>
        <p:txBody>
          <a:bodyPr/>
          <a:lstStyle/>
          <a:p>
            <a:fld id="{4DB9A168-E71D-194C-9865-49C67005AA86}" type="slidenum">
              <a:rPr lang="en-IL" smtClean="0"/>
              <a:t>‹#›</a:t>
            </a:fld>
            <a:endParaRPr lang="en-IL"/>
          </a:p>
        </p:txBody>
      </p:sp>
    </p:spTree>
    <p:extLst>
      <p:ext uri="{BB962C8B-B14F-4D97-AF65-F5344CB8AC3E}">
        <p14:creationId xmlns:p14="http://schemas.microsoft.com/office/powerpoint/2010/main" val="33127970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B6ABDD0-1A02-6559-1BA5-ADFBD2A4F929}"/>
              </a:ext>
            </a:extLst>
          </p:cNvPr>
          <p:cNvSpPr>
            <a:spLocks noGrp="1"/>
          </p:cNvSpPr>
          <p:nvPr>
            <p:ph type="dt" sz="half" idx="10"/>
          </p:nvPr>
        </p:nvSpPr>
        <p:spPr/>
        <p:txBody>
          <a:bodyPr/>
          <a:lstStyle/>
          <a:p>
            <a:fld id="{98D55281-F229-EE4D-9D33-FC90A6C8BA59}" type="datetimeFigureOut">
              <a:rPr lang="en-IL" smtClean="0"/>
              <a:t>19/07/2026</a:t>
            </a:fld>
            <a:endParaRPr lang="en-IL"/>
          </a:p>
        </p:txBody>
      </p:sp>
      <p:sp>
        <p:nvSpPr>
          <p:cNvPr id="3" name="Footer Placeholder 2">
            <a:extLst>
              <a:ext uri="{FF2B5EF4-FFF2-40B4-BE49-F238E27FC236}">
                <a16:creationId xmlns:a16="http://schemas.microsoft.com/office/drawing/2014/main" id="{8B06B7AF-184F-72E5-94C4-435C8D8C9972}"/>
              </a:ext>
            </a:extLst>
          </p:cNvPr>
          <p:cNvSpPr>
            <a:spLocks noGrp="1"/>
          </p:cNvSpPr>
          <p:nvPr>
            <p:ph type="ftr" sz="quarter" idx="11"/>
          </p:nvPr>
        </p:nvSpPr>
        <p:spPr/>
        <p:txBody>
          <a:bodyPr/>
          <a:lstStyle/>
          <a:p>
            <a:endParaRPr lang="en-IL"/>
          </a:p>
        </p:txBody>
      </p:sp>
      <p:sp>
        <p:nvSpPr>
          <p:cNvPr id="4" name="Slide Number Placeholder 3">
            <a:extLst>
              <a:ext uri="{FF2B5EF4-FFF2-40B4-BE49-F238E27FC236}">
                <a16:creationId xmlns:a16="http://schemas.microsoft.com/office/drawing/2014/main" id="{F9F76EA0-F001-C2B9-B641-404B47AA0F93}"/>
              </a:ext>
            </a:extLst>
          </p:cNvPr>
          <p:cNvSpPr>
            <a:spLocks noGrp="1"/>
          </p:cNvSpPr>
          <p:nvPr>
            <p:ph type="sldNum" sz="quarter" idx="12"/>
          </p:nvPr>
        </p:nvSpPr>
        <p:spPr/>
        <p:txBody>
          <a:bodyPr/>
          <a:lstStyle/>
          <a:p>
            <a:fld id="{4DB9A168-E71D-194C-9865-49C67005AA86}" type="slidenum">
              <a:rPr lang="en-IL" smtClean="0"/>
              <a:t>‹#›</a:t>
            </a:fld>
            <a:endParaRPr lang="en-IL"/>
          </a:p>
        </p:txBody>
      </p:sp>
    </p:spTree>
    <p:extLst>
      <p:ext uri="{BB962C8B-B14F-4D97-AF65-F5344CB8AC3E}">
        <p14:creationId xmlns:p14="http://schemas.microsoft.com/office/powerpoint/2010/main" val="11610967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701EA3-3FB7-1D30-A789-591E60B37B1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Content Placeholder 2">
            <a:extLst>
              <a:ext uri="{FF2B5EF4-FFF2-40B4-BE49-F238E27FC236}">
                <a16:creationId xmlns:a16="http://schemas.microsoft.com/office/drawing/2014/main" id="{B4FBA75F-894E-09DF-E883-4141AE1A07A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Text Placeholder 3">
            <a:extLst>
              <a:ext uri="{FF2B5EF4-FFF2-40B4-BE49-F238E27FC236}">
                <a16:creationId xmlns:a16="http://schemas.microsoft.com/office/drawing/2014/main" id="{285588F4-9921-D124-975F-00D748634A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76822CF-E572-DBBC-802D-898BEBF11FCC}"/>
              </a:ext>
            </a:extLst>
          </p:cNvPr>
          <p:cNvSpPr>
            <a:spLocks noGrp="1"/>
          </p:cNvSpPr>
          <p:nvPr>
            <p:ph type="dt" sz="half" idx="10"/>
          </p:nvPr>
        </p:nvSpPr>
        <p:spPr/>
        <p:txBody>
          <a:bodyPr/>
          <a:lstStyle/>
          <a:p>
            <a:fld id="{98D55281-F229-EE4D-9D33-FC90A6C8BA59}" type="datetimeFigureOut">
              <a:rPr lang="en-IL" smtClean="0"/>
              <a:t>19/07/2026</a:t>
            </a:fld>
            <a:endParaRPr lang="en-IL"/>
          </a:p>
        </p:txBody>
      </p:sp>
      <p:sp>
        <p:nvSpPr>
          <p:cNvPr id="6" name="Footer Placeholder 5">
            <a:extLst>
              <a:ext uri="{FF2B5EF4-FFF2-40B4-BE49-F238E27FC236}">
                <a16:creationId xmlns:a16="http://schemas.microsoft.com/office/drawing/2014/main" id="{640DBBF8-F3E1-4A5D-E7B0-511D209EFBDD}"/>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DB77CF57-A997-B452-1CD4-EAC7BA7922DC}"/>
              </a:ext>
            </a:extLst>
          </p:cNvPr>
          <p:cNvSpPr>
            <a:spLocks noGrp="1"/>
          </p:cNvSpPr>
          <p:nvPr>
            <p:ph type="sldNum" sz="quarter" idx="12"/>
          </p:nvPr>
        </p:nvSpPr>
        <p:spPr/>
        <p:txBody>
          <a:bodyPr/>
          <a:lstStyle/>
          <a:p>
            <a:fld id="{4DB9A168-E71D-194C-9865-49C67005AA86}" type="slidenum">
              <a:rPr lang="en-IL" smtClean="0"/>
              <a:t>‹#›</a:t>
            </a:fld>
            <a:endParaRPr lang="en-IL"/>
          </a:p>
        </p:txBody>
      </p:sp>
    </p:spTree>
    <p:extLst>
      <p:ext uri="{BB962C8B-B14F-4D97-AF65-F5344CB8AC3E}">
        <p14:creationId xmlns:p14="http://schemas.microsoft.com/office/powerpoint/2010/main" val="19330990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28CE58-D426-7704-1140-BE9F1F2125F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Picture Placeholder 2">
            <a:extLst>
              <a:ext uri="{FF2B5EF4-FFF2-40B4-BE49-F238E27FC236}">
                <a16:creationId xmlns:a16="http://schemas.microsoft.com/office/drawing/2014/main" id="{0F65DD3B-4E8E-BD3E-EAD0-A785A469C8C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L"/>
          </a:p>
        </p:txBody>
      </p:sp>
      <p:sp>
        <p:nvSpPr>
          <p:cNvPr id="4" name="Text Placeholder 3">
            <a:extLst>
              <a:ext uri="{FF2B5EF4-FFF2-40B4-BE49-F238E27FC236}">
                <a16:creationId xmlns:a16="http://schemas.microsoft.com/office/drawing/2014/main" id="{D38E256B-AAB7-505D-351F-6633CFD8F0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EE9DDC-66C9-3372-05BE-FE8636DF1D09}"/>
              </a:ext>
            </a:extLst>
          </p:cNvPr>
          <p:cNvSpPr>
            <a:spLocks noGrp="1"/>
          </p:cNvSpPr>
          <p:nvPr>
            <p:ph type="dt" sz="half" idx="10"/>
          </p:nvPr>
        </p:nvSpPr>
        <p:spPr/>
        <p:txBody>
          <a:bodyPr/>
          <a:lstStyle/>
          <a:p>
            <a:fld id="{98D55281-F229-EE4D-9D33-FC90A6C8BA59}" type="datetimeFigureOut">
              <a:rPr lang="en-IL" smtClean="0"/>
              <a:t>19/07/2026</a:t>
            </a:fld>
            <a:endParaRPr lang="en-IL"/>
          </a:p>
        </p:txBody>
      </p:sp>
      <p:sp>
        <p:nvSpPr>
          <p:cNvPr id="6" name="Footer Placeholder 5">
            <a:extLst>
              <a:ext uri="{FF2B5EF4-FFF2-40B4-BE49-F238E27FC236}">
                <a16:creationId xmlns:a16="http://schemas.microsoft.com/office/drawing/2014/main" id="{5D9E3852-9EAF-7C5F-A749-D3252EDA5434}"/>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C09D5B80-D459-92BD-7BBC-2AC437EA00BB}"/>
              </a:ext>
            </a:extLst>
          </p:cNvPr>
          <p:cNvSpPr>
            <a:spLocks noGrp="1"/>
          </p:cNvSpPr>
          <p:nvPr>
            <p:ph type="sldNum" sz="quarter" idx="12"/>
          </p:nvPr>
        </p:nvSpPr>
        <p:spPr/>
        <p:txBody>
          <a:bodyPr/>
          <a:lstStyle/>
          <a:p>
            <a:fld id="{4DB9A168-E71D-194C-9865-49C67005AA86}" type="slidenum">
              <a:rPr lang="en-IL" smtClean="0"/>
              <a:t>‹#›</a:t>
            </a:fld>
            <a:endParaRPr lang="en-IL"/>
          </a:p>
        </p:txBody>
      </p:sp>
    </p:spTree>
    <p:extLst>
      <p:ext uri="{BB962C8B-B14F-4D97-AF65-F5344CB8AC3E}">
        <p14:creationId xmlns:p14="http://schemas.microsoft.com/office/powerpoint/2010/main" val="36403943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1C57E2-221F-41CC-48E9-2722AF2883D6}"/>
              </a:ext>
            </a:extLst>
          </p:cNvPr>
          <p:cNvSpPr>
            <a:spLocks noGrp="1"/>
          </p:cNvSpPr>
          <p:nvPr>
            <p:ph type="title"/>
          </p:nvPr>
        </p:nvSpPr>
        <p:spPr/>
        <p:txBody>
          <a:bodyPr/>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D9734C08-7C36-F922-FC38-177F5669EC5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2C009B11-6023-7925-7111-13F8FFB566DE}"/>
              </a:ext>
            </a:extLst>
          </p:cNvPr>
          <p:cNvSpPr>
            <a:spLocks noGrp="1"/>
          </p:cNvSpPr>
          <p:nvPr>
            <p:ph type="dt" sz="half" idx="10"/>
          </p:nvPr>
        </p:nvSpPr>
        <p:spPr/>
        <p:txBody>
          <a:bodyPr/>
          <a:lstStyle/>
          <a:p>
            <a:fld id="{98D55281-F229-EE4D-9D33-FC90A6C8BA59}" type="datetimeFigureOut">
              <a:rPr lang="en-IL" smtClean="0"/>
              <a:t>19/07/2026</a:t>
            </a:fld>
            <a:endParaRPr lang="en-IL"/>
          </a:p>
        </p:txBody>
      </p:sp>
      <p:sp>
        <p:nvSpPr>
          <p:cNvPr id="5" name="Footer Placeholder 4">
            <a:extLst>
              <a:ext uri="{FF2B5EF4-FFF2-40B4-BE49-F238E27FC236}">
                <a16:creationId xmlns:a16="http://schemas.microsoft.com/office/drawing/2014/main" id="{40485EB5-C91A-EEA4-BBE6-B358D3C2D8D0}"/>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EE9E5D48-4E7C-B281-C1F8-D52EFD6E55E7}"/>
              </a:ext>
            </a:extLst>
          </p:cNvPr>
          <p:cNvSpPr>
            <a:spLocks noGrp="1"/>
          </p:cNvSpPr>
          <p:nvPr>
            <p:ph type="sldNum" sz="quarter" idx="12"/>
          </p:nvPr>
        </p:nvSpPr>
        <p:spPr/>
        <p:txBody>
          <a:bodyPr/>
          <a:lstStyle/>
          <a:p>
            <a:fld id="{4DB9A168-E71D-194C-9865-49C67005AA86}" type="slidenum">
              <a:rPr lang="en-IL" smtClean="0"/>
              <a:t>‹#›</a:t>
            </a:fld>
            <a:endParaRPr lang="en-IL"/>
          </a:p>
        </p:txBody>
      </p:sp>
    </p:spTree>
    <p:extLst>
      <p:ext uri="{BB962C8B-B14F-4D97-AF65-F5344CB8AC3E}">
        <p14:creationId xmlns:p14="http://schemas.microsoft.com/office/powerpoint/2010/main" val="1257136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BB5F97B-A495-FB5D-6CD2-7795349EE73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8CC029F9-BA01-C3EE-175C-69AC3488992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E4C17C36-8F84-156B-0409-59EF76A60AD2}"/>
              </a:ext>
            </a:extLst>
          </p:cNvPr>
          <p:cNvSpPr>
            <a:spLocks noGrp="1"/>
          </p:cNvSpPr>
          <p:nvPr>
            <p:ph type="dt" sz="half" idx="10"/>
          </p:nvPr>
        </p:nvSpPr>
        <p:spPr/>
        <p:txBody>
          <a:bodyPr/>
          <a:lstStyle/>
          <a:p>
            <a:fld id="{98D55281-F229-EE4D-9D33-FC90A6C8BA59}" type="datetimeFigureOut">
              <a:rPr lang="en-IL" smtClean="0"/>
              <a:t>19/07/2026</a:t>
            </a:fld>
            <a:endParaRPr lang="en-IL"/>
          </a:p>
        </p:txBody>
      </p:sp>
      <p:sp>
        <p:nvSpPr>
          <p:cNvPr id="5" name="Footer Placeholder 4">
            <a:extLst>
              <a:ext uri="{FF2B5EF4-FFF2-40B4-BE49-F238E27FC236}">
                <a16:creationId xmlns:a16="http://schemas.microsoft.com/office/drawing/2014/main" id="{86F51A4F-6AF3-0043-77DD-D3B55F1C48C7}"/>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A125EB06-BE80-06EF-6390-1265E52321A9}"/>
              </a:ext>
            </a:extLst>
          </p:cNvPr>
          <p:cNvSpPr>
            <a:spLocks noGrp="1"/>
          </p:cNvSpPr>
          <p:nvPr>
            <p:ph type="sldNum" sz="quarter" idx="12"/>
          </p:nvPr>
        </p:nvSpPr>
        <p:spPr/>
        <p:txBody>
          <a:bodyPr/>
          <a:lstStyle/>
          <a:p>
            <a:fld id="{4DB9A168-E71D-194C-9865-49C67005AA86}" type="slidenum">
              <a:rPr lang="en-IL" smtClean="0"/>
              <a:t>‹#›</a:t>
            </a:fld>
            <a:endParaRPr lang="en-IL"/>
          </a:p>
        </p:txBody>
      </p:sp>
    </p:spTree>
    <p:extLst>
      <p:ext uri="{BB962C8B-B14F-4D97-AF65-F5344CB8AC3E}">
        <p14:creationId xmlns:p14="http://schemas.microsoft.com/office/powerpoint/2010/main" val="19768093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0AA5439-2206-EE6C-B5D5-4E11DFE5D2F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L"/>
          </a:p>
        </p:txBody>
      </p:sp>
      <p:sp>
        <p:nvSpPr>
          <p:cNvPr id="3" name="Text Placeholder 2">
            <a:extLst>
              <a:ext uri="{FF2B5EF4-FFF2-40B4-BE49-F238E27FC236}">
                <a16:creationId xmlns:a16="http://schemas.microsoft.com/office/drawing/2014/main" id="{79F1B52C-1F2E-2758-EF87-494B80F0FB9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5497A2FF-2259-C639-A4FF-9FCD6D86B27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8D55281-F229-EE4D-9D33-FC90A6C8BA59}" type="datetimeFigureOut">
              <a:rPr lang="en-IL" smtClean="0"/>
              <a:t>19/07/2026</a:t>
            </a:fld>
            <a:endParaRPr lang="en-IL"/>
          </a:p>
        </p:txBody>
      </p:sp>
      <p:sp>
        <p:nvSpPr>
          <p:cNvPr id="5" name="Footer Placeholder 4">
            <a:extLst>
              <a:ext uri="{FF2B5EF4-FFF2-40B4-BE49-F238E27FC236}">
                <a16:creationId xmlns:a16="http://schemas.microsoft.com/office/drawing/2014/main" id="{8E021438-1A42-CEF3-042F-86BFA675336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L"/>
          </a:p>
        </p:txBody>
      </p:sp>
      <p:sp>
        <p:nvSpPr>
          <p:cNvPr id="6" name="Slide Number Placeholder 5">
            <a:extLst>
              <a:ext uri="{FF2B5EF4-FFF2-40B4-BE49-F238E27FC236}">
                <a16:creationId xmlns:a16="http://schemas.microsoft.com/office/drawing/2014/main" id="{7F00CAE7-99ED-D31B-2016-B2BFD862D94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DB9A168-E71D-194C-9865-49C67005AA86}" type="slidenum">
              <a:rPr lang="en-IL" smtClean="0"/>
              <a:t>‹#›</a:t>
            </a:fld>
            <a:endParaRPr lang="en-IL"/>
          </a:p>
        </p:txBody>
      </p:sp>
    </p:spTree>
    <p:extLst>
      <p:ext uri="{BB962C8B-B14F-4D97-AF65-F5344CB8AC3E}">
        <p14:creationId xmlns:p14="http://schemas.microsoft.com/office/powerpoint/2010/main" val="16002650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png"/><Relationship Id="rId18" Type="http://schemas.openxmlformats.org/officeDocument/2006/relationships/image" Target="../media/image19.pn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png"/><Relationship Id="rId17" Type="http://schemas.openxmlformats.org/officeDocument/2006/relationships/image" Target="../media/image18.png"/><Relationship Id="rId2" Type="http://schemas.openxmlformats.org/officeDocument/2006/relationships/image" Target="../media/image3.png"/><Relationship Id="rId16"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5" Type="http://schemas.openxmlformats.org/officeDocument/2006/relationships/image" Target="../media/image1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 Id="rId14" Type="http://schemas.openxmlformats.org/officeDocument/2006/relationships/image" Target="../media/image1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27.png"/><Relationship Id="rId13" Type="http://schemas.openxmlformats.org/officeDocument/2006/relationships/image" Target="../media/image32.png"/><Relationship Id="rId18" Type="http://schemas.openxmlformats.org/officeDocument/2006/relationships/image" Target="../media/image37.png"/><Relationship Id="rId3" Type="http://schemas.openxmlformats.org/officeDocument/2006/relationships/image" Target="../media/image22.png"/><Relationship Id="rId7" Type="http://schemas.openxmlformats.org/officeDocument/2006/relationships/image" Target="../media/image26.png"/><Relationship Id="rId12" Type="http://schemas.openxmlformats.org/officeDocument/2006/relationships/image" Target="../media/image31.png"/><Relationship Id="rId17" Type="http://schemas.openxmlformats.org/officeDocument/2006/relationships/image" Target="../media/image36.png"/><Relationship Id="rId2" Type="http://schemas.openxmlformats.org/officeDocument/2006/relationships/image" Target="../media/image19.png"/><Relationship Id="rId16" Type="http://schemas.openxmlformats.org/officeDocument/2006/relationships/image" Target="../media/image35.png"/><Relationship Id="rId1" Type="http://schemas.openxmlformats.org/officeDocument/2006/relationships/slideLayout" Target="../slideLayouts/slideLayout7.xml"/><Relationship Id="rId6" Type="http://schemas.openxmlformats.org/officeDocument/2006/relationships/image" Target="../media/image25.png"/><Relationship Id="rId11" Type="http://schemas.openxmlformats.org/officeDocument/2006/relationships/image" Target="../media/image30.png"/><Relationship Id="rId5" Type="http://schemas.openxmlformats.org/officeDocument/2006/relationships/image" Target="../media/image24.png"/><Relationship Id="rId15" Type="http://schemas.openxmlformats.org/officeDocument/2006/relationships/image" Target="../media/image34.png"/><Relationship Id="rId10" Type="http://schemas.openxmlformats.org/officeDocument/2006/relationships/image" Target="../media/image29.png"/><Relationship Id="rId4" Type="http://schemas.openxmlformats.org/officeDocument/2006/relationships/image" Target="../media/image23.png"/><Relationship Id="rId9" Type="http://schemas.openxmlformats.org/officeDocument/2006/relationships/image" Target="../media/image28.png"/><Relationship Id="rId14" Type="http://schemas.openxmlformats.org/officeDocument/2006/relationships/image" Target="../media/image33.png"/></Relationships>
</file>

<file path=ppt/slides/_rels/slide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image" Target="../media/image45.png"/><Relationship Id="rId13" Type="http://schemas.openxmlformats.org/officeDocument/2006/relationships/image" Target="../media/image50.png"/><Relationship Id="rId18" Type="http://schemas.openxmlformats.org/officeDocument/2006/relationships/image" Target="../media/image55.png"/><Relationship Id="rId3" Type="http://schemas.openxmlformats.org/officeDocument/2006/relationships/image" Target="../media/image40.png"/><Relationship Id="rId7" Type="http://schemas.openxmlformats.org/officeDocument/2006/relationships/image" Target="../media/image44.png"/><Relationship Id="rId12" Type="http://schemas.openxmlformats.org/officeDocument/2006/relationships/image" Target="../media/image49.png"/><Relationship Id="rId17" Type="http://schemas.openxmlformats.org/officeDocument/2006/relationships/image" Target="../media/image54.png"/><Relationship Id="rId2" Type="http://schemas.openxmlformats.org/officeDocument/2006/relationships/image" Target="../media/image19.png"/><Relationship Id="rId16" Type="http://schemas.openxmlformats.org/officeDocument/2006/relationships/image" Target="../media/image53.png"/><Relationship Id="rId1" Type="http://schemas.openxmlformats.org/officeDocument/2006/relationships/slideLayout" Target="../slideLayouts/slideLayout7.xml"/><Relationship Id="rId6" Type="http://schemas.openxmlformats.org/officeDocument/2006/relationships/image" Target="../media/image43.png"/><Relationship Id="rId11" Type="http://schemas.openxmlformats.org/officeDocument/2006/relationships/image" Target="../media/image48.png"/><Relationship Id="rId5" Type="http://schemas.openxmlformats.org/officeDocument/2006/relationships/image" Target="../media/image42.png"/><Relationship Id="rId15" Type="http://schemas.openxmlformats.org/officeDocument/2006/relationships/image" Target="../media/image52.png"/><Relationship Id="rId10" Type="http://schemas.openxmlformats.org/officeDocument/2006/relationships/image" Target="../media/image47.png"/><Relationship Id="rId4" Type="http://schemas.openxmlformats.org/officeDocument/2006/relationships/image" Target="../media/image41.png"/><Relationship Id="rId9" Type="http://schemas.openxmlformats.org/officeDocument/2006/relationships/image" Target="../media/image46.png"/><Relationship Id="rId14" Type="http://schemas.openxmlformats.org/officeDocument/2006/relationships/image" Target="../media/image51.png"/></Relationships>
</file>

<file path=ppt/slides/_rels/slide8.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8" Type="http://schemas.openxmlformats.org/officeDocument/2006/relationships/image" Target="../media/image63.png"/><Relationship Id="rId13" Type="http://schemas.openxmlformats.org/officeDocument/2006/relationships/image" Target="../media/image68.png"/><Relationship Id="rId18" Type="http://schemas.openxmlformats.org/officeDocument/2006/relationships/image" Target="../media/image73.png"/><Relationship Id="rId3" Type="http://schemas.openxmlformats.org/officeDocument/2006/relationships/image" Target="../media/image58.png"/><Relationship Id="rId7" Type="http://schemas.openxmlformats.org/officeDocument/2006/relationships/image" Target="../media/image62.png"/><Relationship Id="rId12" Type="http://schemas.openxmlformats.org/officeDocument/2006/relationships/image" Target="../media/image67.png"/><Relationship Id="rId17" Type="http://schemas.openxmlformats.org/officeDocument/2006/relationships/image" Target="../media/image72.png"/><Relationship Id="rId2" Type="http://schemas.openxmlformats.org/officeDocument/2006/relationships/image" Target="../media/image19.png"/><Relationship Id="rId16" Type="http://schemas.openxmlformats.org/officeDocument/2006/relationships/image" Target="../media/image71.png"/><Relationship Id="rId1" Type="http://schemas.openxmlformats.org/officeDocument/2006/relationships/slideLayout" Target="../slideLayouts/slideLayout7.xml"/><Relationship Id="rId6" Type="http://schemas.openxmlformats.org/officeDocument/2006/relationships/image" Target="../media/image61.png"/><Relationship Id="rId11" Type="http://schemas.openxmlformats.org/officeDocument/2006/relationships/image" Target="../media/image66.png"/><Relationship Id="rId5" Type="http://schemas.openxmlformats.org/officeDocument/2006/relationships/image" Target="../media/image60.png"/><Relationship Id="rId15" Type="http://schemas.openxmlformats.org/officeDocument/2006/relationships/image" Target="../media/image70.png"/><Relationship Id="rId10" Type="http://schemas.openxmlformats.org/officeDocument/2006/relationships/image" Target="../media/image65.png"/><Relationship Id="rId4" Type="http://schemas.openxmlformats.org/officeDocument/2006/relationships/image" Target="../media/image59.png"/><Relationship Id="rId9" Type="http://schemas.openxmlformats.org/officeDocument/2006/relationships/image" Target="../media/image64.png"/><Relationship Id="rId14" Type="http://schemas.openxmlformats.org/officeDocument/2006/relationships/image" Target="../media/image69.png"/></Relationships>
</file>

<file path=ppt/slides/_rels/slide10.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8" Type="http://schemas.openxmlformats.org/officeDocument/2006/relationships/image" Target="../media/image81.png"/><Relationship Id="rId13" Type="http://schemas.openxmlformats.org/officeDocument/2006/relationships/image" Target="../media/image86.png"/><Relationship Id="rId18" Type="http://schemas.openxmlformats.org/officeDocument/2006/relationships/image" Target="../media/image91.png"/><Relationship Id="rId3" Type="http://schemas.openxmlformats.org/officeDocument/2006/relationships/image" Target="../media/image76.png"/><Relationship Id="rId7" Type="http://schemas.openxmlformats.org/officeDocument/2006/relationships/image" Target="../media/image80.png"/><Relationship Id="rId12" Type="http://schemas.openxmlformats.org/officeDocument/2006/relationships/image" Target="../media/image85.png"/><Relationship Id="rId17" Type="http://schemas.openxmlformats.org/officeDocument/2006/relationships/image" Target="../media/image90.png"/><Relationship Id="rId2" Type="http://schemas.openxmlformats.org/officeDocument/2006/relationships/image" Target="../media/image19.png"/><Relationship Id="rId16" Type="http://schemas.openxmlformats.org/officeDocument/2006/relationships/image" Target="../media/image89.png"/><Relationship Id="rId1" Type="http://schemas.openxmlformats.org/officeDocument/2006/relationships/slideLayout" Target="../slideLayouts/slideLayout7.xml"/><Relationship Id="rId6" Type="http://schemas.openxmlformats.org/officeDocument/2006/relationships/image" Target="../media/image79.png"/><Relationship Id="rId11" Type="http://schemas.openxmlformats.org/officeDocument/2006/relationships/image" Target="../media/image84.png"/><Relationship Id="rId5" Type="http://schemas.openxmlformats.org/officeDocument/2006/relationships/image" Target="../media/image78.png"/><Relationship Id="rId15" Type="http://schemas.openxmlformats.org/officeDocument/2006/relationships/image" Target="../media/image88.png"/><Relationship Id="rId10" Type="http://schemas.openxmlformats.org/officeDocument/2006/relationships/image" Target="../media/image83.png"/><Relationship Id="rId4" Type="http://schemas.openxmlformats.org/officeDocument/2006/relationships/image" Target="../media/image77.png"/><Relationship Id="rId9" Type="http://schemas.openxmlformats.org/officeDocument/2006/relationships/image" Target="../media/image82.png"/><Relationship Id="rId14" Type="http://schemas.openxmlformats.org/officeDocument/2006/relationships/image" Target="../media/image87.png"/></Relationships>
</file>

<file path=ppt/slides/_rels/slide12.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8" Type="http://schemas.openxmlformats.org/officeDocument/2006/relationships/image" Target="../media/image99.png"/><Relationship Id="rId13" Type="http://schemas.openxmlformats.org/officeDocument/2006/relationships/image" Target="../media/image104.png"/><Relationship Id="rId18" Type="http://schemas.openxmlformats.org/officeDocument/2006/relationships/image" Target="../media/image109.png"/><Relationship Id="rId3" Type="http://schemas.openxmlformats.org/officeDocument/2006/relationships/image" Target="../media/image94.png"/><Relationship Id="rId7" Type="http://schemas.openxmlformats.org/officeDocument/2006/relationships/image" Target="../media/image98.png"/><Relationship Id="rId12" Type="http://schemas.openxmlformats.org/officeDocument/2006/relationships/image" Target="../media/image103.png"/><Relationship Id="rId17" Type="http://schemas.openxmlformats.org/officeDocument/2006/relationships/image" Target="../media/image108.png"/><Relationship Id="rId2" Type="http://schemas.openxmlformats.org/officeDocument/2006/relationships/image" Target="../media/image19.png"/><Relationship Id="rId16" Type="http://schemas.openxmlformats.org/officeDocument/2006/relationships/image" Target="../media/image107.png"/><Relationship Id="rId1" Type="http://schemas.openxmlformats.org/officeDocument/2006/relationships/slideLayout" Target="../slideLayouts/slideLayout7.xml"/><Relationship Id="rId6" Type="http://schemas.openxmlformats.org/officeDocument/2006/relationships/image" Target="../media/image97.png"/><Relationship Id="rId11" Type="http://schemas.openxmlformats.org/officeDocument/2006/relationships/image" Target="../media/image102.png"/><Relationship Id="rId5" Type="http://schemas.openxmlformats.org/officeDocument/2006/relationships/image" Target="../media/image96.png"/><Relationship Id="rId15" Type="http://schemas.openxmlformats.org/officeDocument/2006/relationships/image" Target="../media/image106.png"/><Relationship Id="rId10" Type="http://schemas.openxmlformats.org/officeDocument/2006/relationships/image" Target="../media/image101.png"/><Relationship Id="rId4" Type="http://schemas.openxmlformats.org/officeDocument/2006/relationships/image" Target="../media/image95.png"/><Relationship Id="rId9" Type="http://schemas.openxmlformats.org/officeDocument/2006/relationships/image" Target="../media/image100.png"/><Relationship Id="rId14" Type="http://schemas.openxmlformats.org/officeDocument/2006/relationships/image" Target="../media/image105.png"/></Relationships>
</file>

<file path=ppt/slides/_rels/slide14.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image" Target="../media/image11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8" Type="http://schemas.openxmlformats.org/officeDocument/2006/relationships/image" Target="../media/image117.png"/><Relationship Id="rId13" Type="http://schemas.openxmlformats.org/officeDocument/2006/relationships/image" Target="../media/image122.png"/><Relationship Id="rId18" Type="http://schemas.openxmlformats.org/officeDocument/2006/relationships/image" Target="../media/image127.png"/><Relationship Id="rId3" Type="http://schemas.openxmlformats.org/officeDocument/2006/relationships/image" Target="../media/image112.png"/><Relationship Id="rId7" Type="http://schemas.openxmlformats.org/officeDocument/2006/relationships/image" Target="../media/image116.png"/><Relationship Id="rId12" Type="http://schemas.openxmlformats.org/officeDocument/2006/relationships/image" Target="../media/image121.png"/><Relationship Id="rId17" Type="http://schemas.openxmlformats.org/officeDocument/2006/relationships/image" Target="../media/image126.png"/><Relationship Id="rId2" Type="http://schemas.openxmlformats.org/officeDocument/2006/relationships/image" Target="../media/image19.png"/><Relationship Id="rId16" Type="http://schemas.openxmlformats.org/officeDocument/2006/relationships/image" Target="../media/image125.png"/><Relationship Id="rId1" Type="http://schemas.openxmlformats.org/officeDocument/2006/relationships/slideLayout" Target="../slideLayouts/slideLayout7.xml"/><Relationship Id="rId6" Type="http://schemas.openxmlformats.org/officeDocument/2006/relationships/image" Target="../media/image115.png"/><Relationship Id="rId11" Type="http://schemas.openxmlformats.org/officeDocument/2006/relationships/image" Target="../media/image120.png"/><Relationship Id="rId5" Type="http://schemas.openxmlformats.org/officeDocument/2006/relationships/image" Target="../media/image114.png"/><Relationship Id="rId15" Type="http://schemas.openxmlformats.org/officeDocument/2006/relationships/image" Target="../media/image124.png"/><Relationship Id="rId10" Type="http://schemas.openxmlformats.org/officeDocument/2006/relationships/image" Target="../media/image119.png"/><Relationship Id="rId4" Type="http://schemas.openxmlformats.org/officeDocument/2006/relationships/image" Target="../media/image113.png"/><Relationship Id="rId9" Type="http://schemas.openxmlformats.org/officeDocument/2006/relationships/image" Target="../media/image118.png"/><Relationship Id="rId14" Type="http://schemas.openxmlformats.org/officeDocument/2006/relationships/image" Target="../media/image123.png"/></Relationships>
</file>

<file path=ppt/slides/_rels/slide16.xml.rels><?xml version="1.0" encoding="UTF-8" standalone="yes"?>
<Relationships xmlns="http://schemas.openxmlformats.org/package/2006/relationships"><Relationship Id="rId3" Type="http://schemas.openxmlformats.org/officeDocument/2006/relationships/image" Target="../media/image129.png"/><Relationship Id="rId2" Type="http://schemas.openxmlformats.org/officeDocument/2006/relationships/image" Target="../media/image128.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8" Type="http://schemas.openxmlformats.org/officeDocument/2006/relationships/image" Target="../media/image136.png"/><Relationship Id="rId13" Type="http://schemas.openxmlformats.org/officeDocument/2006/relationships/image" Target="../media/image141.png"/><Relationship Id="rId18" Type="http://schemas.openxmlformats.org/officeDocument/2006/relationships/image" Target="../media/image19.png"/><Relationship Id="rId3" Type="http://schemas.openxmlformats.org/officeDocument/2006/relationships/image" Target="../media/image131.png"/><Relationship Id="rId7" Type="http://schemas.openxmlformats.org/officeDocument/2006/relationships/image" Target="../media/image135.png"/><Relationship Id="rId12" Type="http://schemas.openxmlformats.org/officeDocument/2006/relationships/image" Target="../media/image140.png"/><Relationship Id="rId17" Type="http://schemas.openxmlformats.org/officeDocument/2006/relationships/image" Target="../media/image145.png"/><Relationship Id="rId2" Type="http://schemas.openxmlformats.org/officeDocument/2006/relationships/image" Target="../media/image130.png"/><Relationship Id="rId16" Type="http://schemas.openxmlformats.org/officeDocument/2006/relationships/image" Target="../media/image144.png"/><Relationship Id="rId1" Type="http://schemas.openxmlformats.org/officeDocument/2006/relationships/slideLayout" Target="../slideLayouts/slideLayout7.xml"/><Relationship Id="rId6" Type="http://schemas.openxmlformats.org/officeDocument/2006/relationships/image" Target="../media/image134.png"/><Relationship Id="rId11" Type="http://schemas.openxmlformats.org/officeDocument/2006/relationships/image" Target="../media/image139.png"/><Relationship Id="rId5" Type="http://schemas.openxmlformats.org/officeDocument/2006/relationships/image" Target="../media/image133.png"/><Relationship Id="rId15" Type="http://schemas.openxmlformats.org/officeDocument/2006/relationships/image" Target="../media/image143.png"/><Relationship Id="rId10" Type="http://schemas.openxmlformats.org/officeDocument/2006/relationships/image" Target="../media/image138.png"/><Relationship Id="rId4" Type="http://schemas.openxmlformats.org/officeDocument/2006/relationships/image" Target="../media/image132.png"/><Relationship Id="rId9" Type="http://schemas.openxmlformats.org/officeDocument/2006/relationships/image" Target="../media/image137.png"/><Relationship Id="rId14" Type="http://schemas.openxmlformats.org/officeDocument/2006/relationships/image" Target="../media/image142.png"/></Relationships>
</file>

<file path=ppt/slides/_rels/slide18.xml.rels><?xml version="1.0" encoding="UTF-8" standalone="yes"?>
<Relationships xmlns="http://schemas.openxmlformats.org/package/2006/relationships"><Relationship Id="rId3" Type="http://schemas.openxmlformats.org/officeDocument/2006/relationships/image" Target="../media/image147.png"/><Relationship Id="rId2" Type="http://schemas.openxmlformats.org/officeDocument/2006/relationships/image" Target="../media/image146.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8" Type="http://schemas.openxmlformats.org/officeDocument/2006/relationships/image" Target="../media/image154.png"/><Relationship Id="rId13" Type="http://schemas.openxmlformats.org/officeDocument/2006/relationships/image" Target="../media/image159.png"/><Relationship Id="rId18" Type="http://schemas.openxmlformats.org/officeDocument/2006/relationships/image" Target="../media/image19.png"/><Relationship Id="rId3" Type="http://schemas.openxmlformats.org/officeDocument/2006/relationships/image" Target="../media/image149.png"/><Relationship Id="rId7" Type="http://schemas.openxmlformats.org/officeDocument/2006/relationships/image" Target="../media/image153.png"/><Relationship Id="rId12" Type="http://schemas.openxmlformats.org/officeDocument/2006/relationships/image" Target="../media/image158.png"/><Relationship Id="rId17" Type="http://schemas.openxmlformats.org/officeDocument/2006/relationships/image" Target="../media/image163.png"/><Relationship Id="rId2" Type="http://schemas.openxmlformats.org/officeDocument/2006/relationships/image" Target="../media/image148.png"/><Relationship Id="rId16" Type="http://schemas.openxmlformats.org/officeDocument/2006/relationships/image" Target="../media/image162.png"/><Relationship Id="rId1" Type="http://schemas.openxmlformats.org/officeDocument/2006/relationships/slideLayout" Target="../slideLayouts/slideLayout7.xml"/><Relationship Id="rId6" Type="http://schemas.openxmlformats.org/officeDocument/2006/relationships/image" Target="../media/image152.png"/><Relationship Id="rId11" Type="http://schemas.openxmlformats.org/officeDocument/2006/relationships/image" Target="../media/image157.png"/><Relationship Id="rId5" Type="http://schemas.openxmlformats.org/officeDocument/2006/relationships/image" Target="../media/image151.png"/><Relationship Id="rId15" Type="http://schemas.openxmlformats.org/officeDocument/2006/relationships/image" Target="../media/image161.png"/><Relationship Id="rId10" Type="http://schemas.openxmlformats.org/officeDocument/2006/relationships/image" Target="../media/image156.png"/><Relationship Id="rId4" Type="http://schemas.openxmlformats.org/officeDocument/2006/relationships/image" Target="../media/image150.png"/><Relationship Id="rId9" Type="http://schemas.openxmlformats.org/officeDocument/2006/relationships/image" Target="../media/image155.png"/><Relationship Id="rId14" Type="http://schemas.openxmlformats.org/officeDocument/2006/relationships/image" Target="../media/image160.png"/></Relationships>
</file>

<file path=ppt/slides/_rels/slide20.xml.rels><?xml version="1.0" encoding="UTF-8" standalone="yes"?>
<Relationships xmlns="http://schemas.openxmlformats.org/package/2006/relationships"><Relationship Id="rId2" Type="http://schemas.openxmlformats.org/officeDocument/2006/relationships/image" Target="../media/image164.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66.png"/><Relationship Id="rId2" Type="http://schemas.openxmlformats.org/officeDocument/2006/relationships/image" Target="../media/image165.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68.png"/><Relationship Id="rId2" Type="http://schemas.openxmlformats.org/officeDocument/2006/relationships/image" Target="../media/image167.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image" Target="../media/image169.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72.png"/><Relationship Id="rId2" Type="http://schemas.openxmlformats.org/officeDocument/2006/relationships/image" Target="../media/image171.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73.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74.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175.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ECC1508-81C5-04D1-3687-078EE7A12A44}"/>
              </a:ext>
            </a:extLst>
          </p:cNvPr>
          <p:cNvSpPr txBox="1"/>
          <p:nvPr/>
        </p:nvSpPr>
        <p:spPr>
          <a:xfrm>
            <a:off x="9188673" y="370702"/>
            <a:ext cx="2475486" cy="646331"/>
          </a:xfrm>
          <a:prstGeom prst="rect">
            <a:avLst/>
          </a:prstGeom>
          <a:noFill/>
        </p:spPr>
        <p:txBody>
          <a:bodyPr wrap="none" rtlCol="0">
            <a:spAutoFit/>
          </a:bodyPr>
          <a:lstStyle/>
          <a:p>
            <a:pPr marL="0" algn="l" defTabSz="914400" eaLnBrk="1" latinLnBrk="0" hangingPunct="1"/>
            <a:r>
              <a:rPr lang="he-IL" dirty="0" err="1">
                <a:highlight>
                  <a:srgbClr val="FFFF00"/>
                </a:highlight>
              </a:rPr>
              <a:t>Before</a:t>
            </a:r>
            <a:r>
              <a:rPr lang="he-IL" dirty="0">
                <a:highlight>
                  <a:srgbClr val="FFFF00"/>
                </a:highlight>
              </a:rPr>
              <a:t> </a:t>
            </a:r>
            <a:r>
              <a:rPr lang="he-IL" dirty="0" err="1">
                <a:highlight>
                  <a:srgbClr val="FFFF00"/>
                </a:highlight>
              </a:rPr>
              <a:t>the</a:t>
            </a:r>
            <a:r>
              <a:rPr lang="he-IL" dirty="0">
                <a:highlight>
                  <a:srgbClr val="FFFF00"/>
                </a:highlight>
              </a:rPr>
              <a:t> </a:t>
            </a:r>
            <a:r>
              <a:rPr lang="he-IL" dirty="0" err="1">
                <a:highlight>
                  <a:srgbClr val="FFFF00"/>
                </a:highlight>
              </a:rPr>
              <a:t>experiment</a:t>
            </a:r>
            <a:r>
              <a:rPr lang="he-IL" dirty="0">
                <a:highlight>
                  <a:srgbClr val="FFFF00"/>
                </a:highlight>
              </a:rPr>
              <a:t>:</a:t>
            </a:r>
          </a:p>
          <a:p>
            <a:pPr marL="0" algn="l" defTabSz="914400" eaLnBrk="1" latinLnBrk="0" hangingPunct="1"/>
            <a:r>
              <a:rPr lang="he-IL" dirty="0" err="1">
                <a:highlight>
                  <a:srgbClr val="FFFF00"/>
                </a:highlight>
              </a:rPr>
              <a:t>This</a:t>
            </a:r>
            <a:r>
              <a:rPr lang="he-IL" dirty="0">
                <a:highlight>
                  <a:srgbClr val="FFFF00"/>
                </a:highlight>
              </a:rPr>
              <a:t> </a:t>
            </a:r>
            <a:r>
              <a:rPr lang="he-IL" dirty="0" err="1">
                <a:highlight>
                  <a:srgbClr val="FFFF00"/>
                </a:highlight>
              </a:rPr>
              <a:t>is</a:t>
            </a:r>
            <a:r>
              <a:rPr lang="he-IL" dirty="0">
                <a:highlight>
                  <a:srgbClr val="FFFF00"/>
                </a:highlight>
              </a:rPr>
              <a:t> </a:t>
            </a:r>
            <a:r>
              <a:rPr lang="he-IL" dirty="0" err="1">
                <a:highlight>
                  <a:srgbClr val="FFFF00"/>
                </a:highlight>
              </a:rPr>
              <a:t>the</a:t>
            </a:r>
            <a:r>
              <a:rPr lang="he-IL" dirty="0">
                <a:highlight>
                  <a:srgbClr val="FFFF00"/>
                </a:highlight>
              </a:rPr>
              <a:t> </a:t>
            </a:r>
            <a:r>
              <a:rPr lang="he-IL" dirty="0" err="1">
                <a:highlight>
                  <a:srgbClr val="FFFF00"/>
                </a:highlight>
              </a:rPr>
              <a:t>example</a:t>
            </a:r>
            <a:r>
              <a:rPr lang="he-IL" dirty="0">
                <a:highlight>
                  <a:srgbClr val="FFFF00"/>
                </a:highlight>
              </a:rPr>
              <a:t>!!!</a:t>
            </a:r>
            <a:endParaRPr lang="en-IL" dirty="0">
              <a:highlight>
                <a:srgbClr val="FFFF00"/>
              </a:highlight>
            </a:endParaRPr>
          </a:p>
        </p:txBody>
      </p:sp>
      <p:sp>
        <p:nvSpPr>
          <p:cNvPr id="3" name="TextBox 2">
            <a:extLst>
              <a:ext uri="{FF2B5EF4-FFF2-40B4-BE49-F238E27FC236}">
                <a16:creationId xmlns:a16="http://schemas.microsoft.com/office/drawing/2014/main" id="{4D5E7259-6DFA-1817-1658-1C773DE63873}"/>
              </a:ext>
            </a:extLst>
          </p:cNvPr>
          <p:cNvSpPr txBox="1"/>
          <p:nvPr/>
        </p:nvSpPr>
        <p:spPr>
          <a:xfrm>
            <a:off x="703117" y="591400"/>
            <a:ext cx="1520480" cy="1200329"/>
          </a:xfrm>
          <a:prstGeom prst="rect">
            <a:avLst/>
          </a:prstGeom>
          <a:noFill/>
        </p:spPr>
        <p:txBody>
          <a:bodyPr wrap="square" rtlCol="0">
            <a:spAutoFit/>
          </a:bodyPr>
          <a:lstStyle/>
          <a:p>
            <a:pPr marL="0" algn="l" defTabSz="914400" eaLnBrk="1" latinLnBrk="0" hangingPunct="1"/>
            <a:r>
              <a:rPr lang="he-IL" dirty="0"/>
              <a:t>OS</a:t>
            </a:r>
            <a:r>
              <a:rPr lang="en-US" dirty="0"/>
              <a:t>-</a:t>
            </a:r>
            <a:r>
              <a:rPr lang="he-IL" dirty="0"/>
              <a:t>1378</a:t>
            </a:r>
            <a:endParaRPr lang="en-US" dirty="0"/>
          </a:p>
          <a:p>
            <a:pPr marL="0" algn="l" defTabSz="914400" eaLnBrk="1" latinLnBrk="0" hangingPunct="1"/>
            <a:r>
              <a:rPr lang="en-US" dirty="0" err="1"/>
              <a:t>center_single</a:t>
            </a:r>
            <a:endParaRPr lang="en-US" dirty="0"/>
          </a:p>
          <a:p>
            <a:pPr marL="0" algn="l" defTabSz="914400" eaLnBrk="1" latinLnBrk="0" hangingPunct="1"/>
            <a:r>
              <a:rPr lang="en-US" dirty="0"/>
              <a:t>pred: </a:t>
            </a:r>
            <a:r>
              <a:rPr lang="he-IL" dirty="0"/>
              <a:t>5</a:t>
            </a:r>
            <a:endParaRPr lang="en-US" dirty="0"/>
          </a:p>
          <a:p>
            <a:pPr marL="0" algn="l" defTabSz="914400" eaLnBrk="1" latinLnBrk="0" hangingPunct="1"/>
            <a:r>
              <a:rPr lang="en-US" dirty="0"/>
              <a:t>true: </a:t>
            </a:r>
            <a:r>
              <a:rPr lang="he-IL" dirty="0"/>
              <a:t>3</a:t>
            </a:r>
            <a:endParaRPr lang="en-IL" dirty="0"/>
          </a:p>
        </p:txBody>
      </p:sp>
      <p:pic>
        <p:nvPicPr>
          <p:cNvPr id="4" name="Picture 3">
            <a:extLst>
              <a:ext uri="{FF2B5EF4-FFF2-40B4-BE49-F238E27FC236}">
                <a16:creationId xmlns:a16="http://schemas.microsoft.com/office/drawing/2014/main" id="{C5B166EC-B439-32C8-B43F-E691EFD14840}"/>
              </a:ext>
            </a:extLst>
          </p:cNvPr>
          <p:cNvPicPr>
            <a:picLocks noChangeAspect="1"/>
          </p:cNvPicPr>
          <p:nvPr/>
        </p:nvPicPr>
        <p:blipFill>
          <a:blip r:embed="rId2"/>
          <a:stretch>
            <a:fillRect/>
          </a:stretch>
        </p:blipFill>
        <p:spPr>
          <a:xfrm>
            <a:off x="4192437" y="555368"/>
            <a:ext cx="3490224" cy="3496847"/>
          </a:xfrm>
          <a:prstGeom prst="rect">
            <a:avLst/>
          </a:prstGeom>
        </p:spPr>
      </p:pic>
      <p:pic>
        <p:nvPicPr>
          <p:cNvPr id="5" name="Picture 4">
            <a:extLst>
              <a:ext uri="{FF2B5EF4-FFF2-40B4-BE49-F238E27FC236}">
                <a16:creationId xmlns:a16="http://schemas.microsoft.com/office/drawing/2014/main" id="{CDF2CD41-7834-DB76-4D8C-92AB505A8989}"/>
              </a:ext>
            </a:extLst>
          </p:cNvPr>
          <p:cNvPicPr>
            <a:picLocks noChangeAspect="1"/>
          </p:cNvPicPr>
          <p:nvPr/>
        </p:nvPicPr>
        <p:blipFill>
          <a:blip r:embed="rId3"/>
          <a:stretch>
            <a:fillRect/>
          </a:stretch>
        </p:blipFill>
        <p:spPr>
          <a:xfrm>
            <a:off x="2051349" y="4639201"/>
            <a:ext cx="7772400" cy="1202692"/>
          </a:xfrm>
          <a:prstGeom prst="rect">
            <a:avLst/>
          </a:prstGeom>
        </p:spPr>
      </p:pic>
    </p:spTree>
    <p:extLst>
      <p:ext uri="{BB962C8B-B14F-4D97-AF65-F5344CB8AC3E}">
        <p14:creationId xmlns:p14="http://schemas.microsoft.com/office/powerpoint/2010/main" val="29111249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pic>
        <p:nvPicPr>
          <p:cNvPr id="3" name="Picture 2" descr="A blue triangle with yellow and green squares&#10;&#10;AI-generated content may be incorrect.">
            <a:extLst>
              <a:ext uri="{FF2B5EF4-FFF2-40B4-BE49-F238E27FC236}">
                <a16:creationId xmlns:a16="http://schemas.microsoft.com/office/drawing/2014/main" id="{C0311992-1BE8-F681-01FC-777270DA430E}"/>
              </a:ext>
            </a:extLst>
          </p:cNvPr>
          <p:cNvPicPr>
            <a:picLocks noChangeAspect="1"/>
          </p:cNvPicPr>
          <p:nvPr/>
        </p:nvPicPr>
        <p:blipFill>
          <a:blip r:embed="rId2"/>
          <a:stretch>
            <a:fillRect/>
          </a:stretch>
        </p:blipFill>
        <p:spPr>
          <a:xfrm>
            <a:off x="4573199" y="291201"/>
            <a:ext cx="1173672" cy="1173672"/>
          </a:xfrm>
          <a:prstGeom prst="rect">
            <a:avLst/>
          </a:prstGeom>
        </p:spPr>
      </p:pic>
      <p:pic>
        <p:nvPicPr>
          <p:cNvPr id="5" name="Picture 4" descr="A blue hexagon with yellow and green squares&#10;&#10;AI-generated content may be incorrect.">
            <a:extLst>
              <a:ext uri="{FF2B5EF4-FFF2-40B4-BE49-F238E27FC236}">
                <a16:creationId xmlns:a16="http://schemas.microsoft.com/office/drawing/2014/main" id="{1361B604-1CCD-1FAE-B52D-EC73DA380FCB}"/>
              </a:ext>
            </a:extLst>
          </p:cNvPr>
          <p:cNvPicPr>
            <a:picLocks noChangeAspect="1"/>
          </p:cNvPicPr>
          <p:nvPr/>
        </p:nvPicPr>
        <p:blipFill>
          <a:blip r:embed="rId3"/>
          <a:stretch>
            <a:fillRect/>
          </a:stretch>
        </p:blipFill>
        <p:spPr>
          <a:xfrm>
            <a:off x="5824508" y="293298"/>
            <a:ext cx="1173672" cy="1173672"/>
          </a:xfrm>
          <a:prstGeom prst="rect">
            <a:avLst/>
          </a:prstGeom>
        </p:spPr>
      </p:pic>
      <p:pic>
        <p:nvPicPr>
          <p:cNvPr id="7" name="Picture 6" descr="A blue circle with yellow center&#10;&#10;AI-generated content may be incorrect.">
            <a:extLst>
              <a:ext uri="{FF2B5EF4-FFF2-40B4-BE49-F238E27FC236}">
                <a16:creationId xmlns:a16="http://schemas.microsoft.com/office/drawing/2014/main" id="{7AEEA31F-0A36-F660-7CBD-166ED424AFC1}"/>
              </a:ext>
            </a:extLst>
          </p:cNvPr>
          <p:cNvPicPr>
            <a:picLocks noChangeAspect="1"/>
          </p:cNvPicPr>
          <p:nvPr/>
        </p:nvPicPr>
        <p:blipFill>
          <a:blip r:embed="rId4"/>
          <a:stretch>
            <a:fillRect/>
          </a:stretch>
        </p:blipFill>
        <p:spPr>
          <a:xfrm>
            <a:off x="7075817" y="293298"/>
            <a:ext cx="1173672" cy="1173672"/>
          </a:xfrm>
          <a:prstGeom prst="rect">
            <a:avLst/>
          </a:prstGeom>
        </p:spPr>
      </p:pic>
      <p:pic>
        <p:nvPicPr>
          <p:cNvPr id="9" name="Picture 8" descr="A triangle in a blue background&#10;&#10;AI-generated content may be incorrect.">
            <a:extLst>
              <a:ext uri="{FF2B5EF4-FFF2-40B4-BE49-F238E27FC236}">
                <a16:creationId xmlns:a16="http://schemas.microsoft.com/office/drawing/2014/main" id="{E8195FF8-2968-B9AF-07B7-8D7E29F01AF4}"/>
              </a:ext>
            </a:extLst>
          </p:cNvPr>
          <p:cNvPicPr>
            <a:picLocks noChangeAspect="1"/>
          </p:cNvPicPr>
          <p:nvPr/>
        </p:nvPicPr>
        <p:blipFill>
          <a:blip r:embed="rId5"/>
          <a:stretch>
            <a:fillRect/>
          </a:stretch>
        </p:blipFill>
        <p:spPr>
          <a:xfrm>
            <a:off x="4573199" y="1532746"/>
            <a:ext cx="1173672" cy="1173672"/>
          </a:xfrm>
          <a:prstGeom prst="rect">
            <a:avLst/>
          </a:prstGeom>
        </p:spPr>
      </p:pic>
      <p:pic>
        <p:nvPicPr>
          <p:cNvPr id="11" name="Picture 10" descr="A blue and yellow square with a hexagon&#10;&#10;AI-generated content may be incorrect.">
            <a:extLst>
              <a:ext uri="{FF2B5EF4-FFF2-40B4-BE49-F238E27FC236}">
                <a16:creationId xmlns:a16="http://schemas.microsoft.com/office/drawing/2014/main" id="{BE9B9C3E-BD46-2FF0-2D51-F3EDA57F793B}"/>
              </a:ext>
            </a:extLst>
          </p:cNvPr>
          <p:cNvPicPr>
            <a:picLocks noChangeAspect="1"/>
          </p:cNvPicPr>
          <p:nvPr/>
        </p:nvPicPr>
        <p:blipFill>
          <a:blip r:embed="rId6"/>
          <a:stretch>
            <a:fillRect/>
          </a:stretch>
        </p:blipFill>
        <p:spPr>
          <a:xfrm>
            <a:off x="5824508" y="1552275"/>
            <a:ext cx="1173672" cy="1173672"/>
          </a:xfrm>
          <a:prstGeom prst="rect">
            <a:avLst/>
          </a:prstGeom>
        </p:spPr>
      </p:pic>
      <p:pic>
        <p:nvPicPr>
          <p:cNvPr id="13" name="Picture 12" descr="A colorful image of a circle&#10;&#10;AI-generated content may be incorrect.">
            <a:extLst>
              <a:ext uri="{FF2B5EF4-FFF2-40B4-BE49-F238E27FC236}">
                <a16:creationId xmlns:a16="http://schemas.microsoft.com/office/drawing/2014/main" id="{B67B751A-A30C-EAB4-B83B-B780FACA710D}"/>
              </a:ext>
            </a:extLst>
          </p:cNvPr>
          <p:cNvPicPr>
            <a:picLocks noChangeAspect="1"/>
          </p:cNvPicPr>
          <p:nvPr/>
        </p:nvPicPr>
        <p:blipFill>
          <a:blip r:embed="rId7"/>
          <a:stretch>
            <a:fillRect/>
          </a:stretch>
        </p:blipFill>
        <p:spPr>
          <a:xfrm>
            <a:off x="7075817" y="1552275"/>
            <a:ext cx="1173672" cy="1173672"/>
          </a:xfrm>
          <a:prstGeom prst="rect">
            <a:avLst/>
          </a:prstGeom>
        </p:spPr>
      </p:pic>
      <p:pic>
        <p:nvPicPr>
          <p:cNvPr id="15" name="Picture 14" descr="A triangle with a yellow center&#10;&#10;AI-generated content may be incorrect.">
            <a:extLst>
              <a:ext uri="{FF2B5EF4-FFF2-40B4-BE49-F238E27FC236}">
                <a16:creationId xmlns:a16="http://schemas.microsoft.com/office/drawing/2014/main" id="{70692BE9-AAF0-0B2C-C326-185C4039C3D4}"/>
              </a:ext>
            </a:extLst>
          </p:cNvPr>
          <p:cNvPicPr>
            <a:picLocks noChangeAspect="1"/>
          </p:cNvPicPr>
          <p:nvPr/>
        </p:nvPicPr>
        <p:blipFill>
          <a:blip r:embed="rId8"/>
          <a:stretch>
            <a:fillRect/>
          </a:stretch>
        </p:blipFill>
        <p:spPr>
          <a:xfrm>
            <a:off x="4573199" y="2842164"/>
            <a:ext cx="1173672" cy="1173672"/>
          </a:xfrm>
          <a:prstGeom prst="rect">
            <a:avLst/>
          </a:prstGeom>
        </p:spPr>
      </p:pic>
      <p:pic>
        <p:nvPicPr>
          <p:cNvPr id="17" name="Picture 16" descr="A colorful image of a hexagon&#10;&#10;AI-generated content may be incorrect.">
            <a:extLst>
              <a:ext uri="{FF2B5EF4-FFF2-40B4-BE49-F238E27FC236}">
                <a16:creationId xmlns:a16="http://schemas.microsoft.com/office/drawing/2014/main" id="{7D9FD793-5525-5955-FFD7-2DFA37B678B1}"/>
              </a:ext>
            </a:extLst>
          </p:cNvPr>
          <p:cNvPicPr>
            <a:picLocks noChangeAspect="1"/>
          </p:cNvPicPr>
          <p:nvPr/>
        </p:nvPicPr>
        <p:blipFill>
          <a:blip r:embed="rId9"/>
          <a:stretch>
            <a:fillRect/>
          </a:stretch>
        </p:blipFill>
        <p:spPr>
          <a:xfrm>
            <a:off x="5824508" y="2798312"/>
            <a:ext cx="1173672" cy="1173672"/>
          </a:xfrm>
          <a:prstGeom prst="rect">
            <a:avLst/>
          </a:prstGeom>
        </p:spPr>
      </p:pic>
      <p:pic>
        <p:nvPicPr>
          <p:cNvPr id="36" name="Picture 35" descr="A blue circle with yellow and blue squares&#10;&#10;AI-generated content may be incorrect.">
            <a:extLst>
              <a:ext uri="{FF2B5EF4-FFF2-40B4-BE49-F238E27FC236}">
                <a16:creationId xmlns:a16="http://schemas.microsoft.com/office/drawing/2014/main" id="{F645B9E0-27C9-B167-BCA6-BC4E86EBCA60}"/>
              </a:ext>
            </a:extLst>
          </p:cNvPr>
          <p:cNvPicPr>
            <a:picLocks noChangeAspect="1"/>
          </p:cNvPicPr>
          <p:nvPr/>
        </p:nvPicPr>
        <p:blipFill>
          <a:blip r:embed="rId10"/>
          <a:stretch>
            <a:fillRect/>
          </a:stretch>
        </p:blipFill>
        <p:spPr>
          <a:xfrm>
            <a:off x="605999" y="4461293"/>
            <a:ext cx="1249872" cy="1249872"/>
          </a:xfrm>
          <a:prstGeom prst="rect">
            <a:avLst/>
          </a:prstGeom>
        </p:spPr>
      </p:pic>
      <p:pic>
        <p:nvPicPr>
          <p:cNvPr id="37" name="Picture 36" descr="A colorful hexagon with a yellow center&#10;&#10;AI-generated content may be incorrect.">
            <a:extLst>
              <a:ext uri="{FF2B5EF4-FFF2-40B4-BE49-F238E27FC236}">
                <a16:creationId xmlns:a16="http://schemas.microsoft.com/office/drawing/2014/main" id="{E749A9CC-758D-8215-4346-5F0CD93F0954}"/>
              </a:ext>
            </a:extLst>
          </p:cNvPr>
          <p:cNvPicPr>
            <a:picLocks noChangeAspect="1"/>
          </p:cNvPicPr>
          <p:nvPr/>
        </p:nvPicPr>
        <p:blipFill>
          <a:blip r:embed="rId11"/>
          <a:stretch>
            <a:fillRect/>
          </a:stretch>
        </p:blipFill>
        <p:spPr>
          <a:xfrm>
            <a:off x="1991738" y="4462730"/>
            <a:ext cx="1249872" cy="1249872"/>
          </a:xfrm>
          <a:prstGeom prst="rect">
            <a:avLst/>
          </a:prstGeom>
        </p:spPr>
      </p:pic>
      <p:pic>
        <p:nvPicPr>
          <p:cNvPr id="38" name="Picture 37" descr="A blue circle with yellow center&#10;&#10;AI-generated content may be incorrect.">
            <a:extLst>
              <a:ext uri="{FF2B5EF4-FFF2-40B4-BE49-F238E27FC236}">
                <a16:creationId xmlns:a16="http://schemas.microsoft.com/office/drawing/2014/main" id="{01EE77B8-CB34-974C-4BE3-E2DBB6F1F9AA}"/>
              </a:ext>
            </a:extLst>
          </p:cNvPr>
          <p:cNvPicPr>
            <a:picLocks noChangeAspect="1"/>
          </p:cNvPicPr>
          <p:nvPr/>
        </p:nvPicPr>
        <p:blipFill>
          <a:blip r:embed="rId12"/>
          <a:stretch>
            <a:fillRect/>
          </a:stretch>
        </p:blipFill>
        <p:spPr>
          <a:xfrm>
            <a:off x="3427319" y="4461293"/>
            <a:ext cx="1249872" cy="1249872"/>
          </a:xfrm>
          <a:prstGeom prst="rect">
            <a:avLst/>
          </a:prstGeom>
        </p:spPr>
      </p:pic>
      <p:pic>
        <p:nvPicPr>
          <p:cNvPr id="39" name="Picture 38" descr="A blue circle with yellow center&#10;&#10;AI-generated content may be incorrect.">
            <a:extLst>
              <a:ext uri="{FF2B5EF4-FFF2-40B4-BE49-F238E27FC236}">
                <a16:creationId xmlns:a16="http://schemas.microsoft.com/office/drawing/2014/main" id="{40F66BB7-357B-660B-C6ED-4A606758A19A}"/>
              </a:ext>
            </a:extLst>
          </p:cNvPr>
          <p:cNvPicPr>
            <a:picLocks noChangeAspect="1"/>
          </p:cNvPicPr>
          <p:nvPr/>
        </p:nvPicPr>
        <p:blipFill>
          <a:blip r:embed="rId13"/>
          <a:stretch>
            <a:fillRect/>
          </a:stretch>
        </p:blipFill>
        <p:spPr>
          <a:xfrm>
            <a:off x="4813058" y="4461293"/>
            <a:ext cx="1249872" cy="1249872"/>
          </a:xfrm>
          <a:prstGeom prst="rect">
            <a:avLst/>
          </a:prstGeom>
        </p:spPr>
      </p:pic>
      <p:pic>
        <p:nvPicPr>
          <p:cNvPr id="40" name="Picture 39" descr="A colorful circle in a square&#10;&#10;AI-generated content may be incorrect.">
            <a:extLst>
              <a:ext uri="{FF2B5EF4-FFF2-40B4-BE49-F238E27FC236}">
                <a16:creationId xmlns:a16="http://schemas.microsoft.com/office/drawing/2014/main" id="{EBB9609F-68B6-81DD-090B-70EC383D9D27}"/>
              </a:ext>
            </a:extLst>
          </p:cNvPr>
          <p:cNvPicPr>
            <a:picLocks noChangeAspect="1"/>
          </p:cNvPicPr>
          <p:nvPr/>
        </p:nvPicPr>
        <p:blipFill>
          <a:blip r:embed="rId14"/>
          <a:stretch>
            <a:fillRect/>
          </a:stretch>
        </p:blipFill>
        <p:spPr>
          <a:xfrm>
            <a:off x="6184417" y="4461293"/>
            <a:ext cx="1249872" cy="1249872"/>
          </a:xfrm>
          <a:prstGeom prst="rect">
            <a:avLst/>
          </a:prstGeom>
        </p:spPr>
      </p:pic>
      <p:pic>
        <p:nvPicPr>
          <p:cNvPr id="41" name="Picture 40" descr="A blue circle in a square&#10;&#10;AI-generated content may be incorrect.">
            <a:extLst>
              <a:ext uri="{FF2B5EF4-FFF2-40B4-BE49-F238E27FC236}">
                <a16:creationId xmlns:a16="http://schemas.microsoft.com/office/drawing/2014/main" id="{2919D9B8-2EA2-195E-8E4D-756AD55D1CE6}"/>
              </a:ext>
            </a:extLst>
          </p:cNvPr>
          <p:cNvPicPr>
            <a:picLocks noChangeAspect="1"/>
          </p:cNvPicPr>
          <p:nvPr/>
        </p:nvPicPr>
        <p:blipFill>
          <a:blip r:embed="rId15"/>
          <a:stretch>
            <a:fillRect/>
          </a:stretch>
        </p:blipFill>
        <p:spPr>
          <a:xfrm>
            <a:off x="7619998" y="4461293"/>
            <a:ext cx="1249872" cy="1249872"/>
          </a:xfrm>
          <a:prstGeom prst="rect">
            <a:avLst/>
          </a:prstGeom>
        </p:spPr>
      </p:pic>
      <p:pic>
        <p:nvPicPr>
          <p:cNvPr id="42" name="Picture 41" descr="A colorful square with a black square in the middle&#10;&#10;AI-generated content may be incorrect.">
            <a:extLst>
              <a:ext uri="{FF2B5EF4-FFF2-40B4-BE49-F238E27FC236}">
                <a16:creationId xmlns:a16="http://schemas.microsoft.com/office/drawing/2014/main" id="{66163717-13C3-347B-1E61-14FE6BEDFC65}"/>
              </a:ext>
            </a:extLst>
          </p:cNvPr>
          <p:cNvPicPr>
            <a:picLocks noChangeAspect="1"/>
          </p:cNvPicPr>
          <p:nvPr/>
        </p:nvPicPr>
        <p:blipFill>
          <a:blip r:embed="rId16"/>
          <a:stretch>
            <a:fillRect/>
          </a:stretch>
        </p:blipFill>
        <p:spPr>
          <a:xfrm>
            <a:off x="8991357" y="4461293"/>
            <a:ext cx="1249872" cy="1249872"/>
          </a:xfrm>
          <a:prstGeom prst="rect">
            <a:avLst/>
          </a:prstGeom>
        </p:spPr>
      </p:pic>
      <p:pic>
        <p:nvPicPr>
          <p:cNvPr id="43" name="Picture 42" descr="A colorful circle in a square&#10;&#10;AI-generated content may be incorrect.">
            <a:extLst>
              <a:ext uri="{FF2B5EF4-FFF2-40B4-BE49-F238E27FC236}">
                <a16:creationId xmlns:a16="http://schemas.microsoft.com/office/drawing/2014/main" id="{83825914-DECA-1D03-EC92-8BE34D4A7249}"/>
              </a:ext>
            </a:extLst>
          </p:cNvPr>
          <p:cNvPicPr>
            <a:picLocks noChangeAspect="1"/>
          </p:cNvPicPr>
          <p:nvPr/>
        </p:nvPicPr>
        <p:blipFill>
          <a:blip r:embed="rId17"/>
          <a:stretch>
            <a:fillRect/>
          </a:stretch>
        </p:blipFill>
        <p:spPr>
          <a:xfrm>
            <a:off x="10369906" y="4461293"/>
            <a:ext cx="1249872" cy="1249872"/>
          </a:xfrm>
          <a:prstGeom prst="rect">
            <a:avLst/>
          </a:prstGeom>
        </p:spPr>
      </p:pic>
      <p:sp>
        <p:nvSpPr>
          <p:cNvPr id="44" name="TextBox 43">
            <a:extLst>
              <a:ext uri="{FF2B5EF4-FFF2-40B4-BE49-F238E27FC236}">
                <a16:creationId xmlns:a16="http://schemas.microsoft.com/office/drawing/2014/main" id="{A97EC936-CA9C-8A8A-89F3-FC6EE347966F}"/>
              </a:ext>
            </a:extLst>
          </p:cNvPr>
          <p:cNvSpPr txBox="1"/>
          <p:nvPr/>
        </p:nvSpPr>
        <p:spPr>
          <a:xfrm>
            <a:off x="1449787" y="5831142"/>
            <a:ext cx="9469259" cy="369332"/>
          </a:xfrm>
          <a:prstGeom prst="rect">
            <a:avLst/>
          </a:prstGeom>
          <a:noFill/>
        </p:spPr>
        <p:txBody>
          <a:bodyPr wrap="none" rtlCol="0">
            <a:spAutoFit/>
          </a:bodyPr>
          <a:lstStyle/>
          <a:p>
            <a:pPr marL="0" algn="l" defTabSz="914400" eaLnBrk="1" latinLnBrk="0" hangingPunct="1"/>
            <a:r>
              <a:rPr lang="he-IL" dirty="0"/>
              <a:t>0 </a:t>
            </a:r>
            <a:r>
              <a:rPr lang="en-US" dirty="0"/>
              <a:t>                   1                         2                            3                           4                            5                           6                       7</a:t>
            </a:r>
            <a:endParaRPr lang="en-IL" dirty="0"/>
          </a:p>
        </p:txBody>
      </p:sp>
      <p:pic>
        <p:nvPicPr>
          <p:cNvPr id="46" name="Picture 45" descr="A rainbow colored vertical bar&#10;&#10;AI-generated content may be incorrect.">
            <a:extLst>
              <a:ext uri="{FF2B5EF4-FFF2-40B4-BE49-F238E27FC236}">
                <a16:creationId xmlns:a16="http://schemas.microsoft.com/office/drawing/2014/main" id="{9647672D-3E96-64F7-8735-B1FF6F11FD59}"/>
              </a:ext>
            </a:extLst>
          </p:cNvPr>
          <p:cNvPicPr>
            <a:picLocks noChangeAspect="1"/>
          </p:cNvPicPr>
          <p:nvPr/>
        </p:nvPicPr>
        <p:blipFill>
          <a:blip r:embed="rId18"/>
          <a:stretch>
            <a:fillRect/>
          </a:stretch>
        </p:blipFill>
        <p:spPr>
          <a:xfrm>
            <a:off x="9531706" y="657526"/>
            <a:ext cx="838200" cy="2667000"/>
          </a:xfrm>
          <a:prstGeom prst="rect">
            <a:avLst/>
          </a:prstGeom>
        </p:spPr>
      </p:pic>
      <p:sp>
        <p:nvSpPr>
          <p:cNvPr id="47" name="TextBox 46">
            <a:extLst>
              <a:ext uri="{FF2B5EF4-FFF2-40B4-BE49-F238E27FC236}">
                <a16:creationId xmlns:a16="http://schemas.microsoft.com/office/drawing/2014/main" id="{D3EE9537-2EB8-070E-9B21-39233805322A}"/>
              </a:ext>
            </a:extLst>
          </p:cNvPr>
          <p:cNvSpPr txBox="1"/>
          <p:nvPr/>
        </p:nvSpPr>
        <p:spPr>
          <a:xfrm>
            <a:off x="500332" y="380527"/>
            <a:ext cx="2926987" cy="2308324"/>
          </a:xfrm>
          <a:prstGeom prst="rect">
            <a:avLst/>
          </a:prstGeom>
          <a:noFill/>
        </p:spPr>
        <p:txBody>
          <a:bodyPr wrap="square" rtlCol="0">
            <a:spAutoFit/>
          </a:bodyPr>
          <a:lstStyle/>
          <a:p>
            <a:pPr algn="l" rtl="1"/>
            <a:r>
              <a:rPr lang="en-US" sz="1200" dirty="0"/>
              <a:t>Explanation: If we analyze the red pixels in each possible answer to the puzzle, we can see that the model is looking for a circle shape (especially noticeable in answers 1 and 6, which are therefore rejected). Furthermore, we can see that it is looking for a circle of a certain size, and therefore answer 7 is rejected. Finally, we can see that answer 5 is the correct one according to the model's logic because it found the most pixels that are important in its opinion.</a:t>
            </a:r>
            <a:endParaRPr lang="en-IL" sz="1200" dirty="0"/>
          </a:p>
        </p:txBody>
      </p:sp>
    </p:spTree>
    <p:extLst>
      <p:ext uri="{BB962C8B-B14F-4D97-AF65-F5344CB8AC3E}">
        <p14:creationId xmlns:p14="http://schemas.microsoft.com/office/powerpoint/2010/main" val="30910359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7E60AFC-6735-D29C-5C78-35E80EF65C31}"/>
              </a:ext>
            </a:extLst>
          </p:cNvPr>
          <p:cNvSpPr txBox="1"/>
          <p:nvPr/>
        </p:nvSpPr>
        <p:spPr>
          <a:xfrm>
            <a:off x="544794" y="265506"/>
            <a:ext cx="6097424" cy="5262979"/>
          </a:xfrm>
          <a:prstGeom prst="rect">
            <a:avLst/>
          </a:prstGeom>
          <a:noFill/>
        </p:spPr>
        <p:txBody>
          <a:bodyPr wrap="square">
            <a:spAutoFit/>
          </a:bodyPr>
          <a:lstStyle/>
          <a:p>
            <a:r>
              <a:rPr lang="en-IL" sz="1200" dirty="0"/>
              <a:t>Row Pattern Analysis:</a:t>
            </a:r>
          </a:p>
          <a:p>
            <a:r>
              <a:rPr lang="en-IL" sz="1200" dirty="0"/>
              <a:t>- Row 1: Dark triangle → Dark pentagon → Dark circle</a:t>
            </a:r>
          </a:p>
          <a:p>
            <a:r>
              <a:rPr lang="en-IL" sz="1200" dirty="0"/>
              <a:t>- Row 2: Light triangle → Light pentagon → Light circle  </a:t>
            </a:r>
          </a:p>
          <a:p>
            <a:r>
              <a:rPr lang="en-IL" sz="1200" dirty="0"/>
              <a:t>- Row 3: Dark triangle → Dark pentagon → ?</a:t>
            </a:r>
          </a:p>
          <a:p>
            <a:endParaRPr lang="en-IL" sz="1200" dirty="0"/>
          </a:p>
          <a:p>
            <a:r>
              <a:rPr lang="en-IL" sz="1200" dirty="0"/>
              <a:t>Column Pattern Analysis:</a:t>
            </a:r>
          </a:p>
          <a:p>
            <a:r>
              <a:rPr lang="en-IL" sz="1200" dirty="0"/>
              <a:t>- Column 1: Dark triangle → Light triangle → Dark triangle</a:t>
            </a:r>
          </a:p>
          <a:p>
            <a:r>
              <a:rPr lang="en-IL" sz="1200" dirty="0"/>
              <a:t>- Column 2: Dark pentagon → Light pentagon → Dark pentagon</a:t>
            </a:r>
          </a:p>
          <a:p>
            <a:r>
              <a:rPr lang="en-IL" sz="1200" dirty="0"/>
              <a:t>- Column 3: Dark circle → Light circle → ?</a:t>
            </a:r>
          </a:p>
          <a:p>
            <a:endParaRPr lang="en-IL" sz="1200" dirty="0"/>
          </a:p>
          <a:p>
            <a:r>
              <a:rPr lang="en-IL" sz="1200" dirty="0"/>
              <a:t>Logic:</a:t>
            </a:r>
          </a:p>
          <a:p>
            <a:r>
              <a:rPr lang="en-IL" sz="1200" dirty="0"/>
              <a:t>1. Shape progression within rows: Each row follows the same sequence of shapes: triangle → pentagon → circle. Row 3 already has triangle and pentagon, so the missing piece must be a circle.</a:t>
            </a:r>
          </a:p>
          <a:p>
            <a:endParaRPr lang="en-IL" sz="1200" dirty="0"/>
          </a:p>
          <a:p>
            <a:r>
              <a:rPr lang="en-IL" sz="1200" dirty="0"/>
              <a:t>2. Color alternation within columns: Each column alternates between dark and light shades. Column 3 shows: dark circle (Row 1) → light circle (Row 2) → ? (Row 3). Following the alternating pattern, Row 3 should have a dark circle.</a:t>
            </a:r>
          </a:p>
          <a:p>
            <a:endParaRPr lang="en-IL" sz="1200" dirty="0"/>
          </a:p>
          <a:p>
            <a:r>
              <a:rPr lang="en-IL" sz="1200" dirty="0"/>
              <a:t>3. Consistency check: The pattern shows that odd-numbered rows (1 and 3) contain dark shapes, while even-numbered rows (2) contain light shapes. This confirms Row 3 should have a dark shape.</a:t>
            </a:r>
          </a:p>
          <a:p>
            <a:endParaRPr lang="en-IL" sz="1200" dirty="0"/>
          </a:p>
          <a:p>
            <a:r>
              <a:rPr lang="en-IL" sz="1200" dirty="0"/>
              <a:t>4. Shape and color convergence: Combining the shape requirement (circle) with the color requirement (dark), the answer must be a dark circle.</a:t>
            </a:r>
          </a:p>
          <a:p>
            <a:endParaRPr lang="en-IL" sz="1200" dirty="0"/>
          </a:p>
          <a:p>
            <a:r>
              <a:rPr lang="en-IL" sz="1200" dirty="0"/>
              <a:t>Answer: Choice 0 - The dark circle, which maintains both the shape progression within the row and the color alternation within the column.</a:t>
            </a:r>
          </a:p>
        </p:txBody>
      </p:sp>
    </p:spTree>
    <p:extLst>
      <p:ext uri="{BB962C8B-B14F-4D97-AF65-F5344CB8AC3E}">
        <p14:creationId xmlns:p14="http://schemas.microsoft.com/office/powerpoint/2010/main" val="33017460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E74E07F-1126-454A-9F85-1023589EF4A0}"/>
              </a:ext>
            </a:extLst>
          </p:cNvPr>
          <p:cNvPicPr>
            <a:picLocks noChangeAspect="1"/>
          </p:cNvPicPr>
          <p:nvPr/>
        </p:nvPicPr>
        <p:blipFill>
          <a:blip r:embed="rId2"/>
          <a:stretch>
            <a:fillRect/>
          </a:stretch>
        </p:blipFill>
        <p:spPr>
          <a:xfrm>
            <a:off x="3861177" y="355390"/>
            <a:ext cx="4469646" cy="4537885"/>
          </a:xfrm>
          <a:prstGeom prst="rect">
            <a:avLst/>
          </a:prstGeom>
        </p:spPr>
      </p:pic>
      <p:pic>
        <p:nvPicPr>
          <p:cNvPr id="5" name="Picture 4">
            <a:extLst>
              <a:ext uri="{FF2B5EF4-FFF2-40B4-BE49-F238E27FC236}">
                <a16:creationId xmlns:a16="http://schemas.microsoft.com/office/drawing/2014/main" id="{213A2BAC-77E8-C9E2-56DA-C2C9531D1C8A}"/>
              </a:ext>
            </a:extLst>
          </p:cNvPr>
          <p:cNvPicPr>
            <a:picLocks noChangeAspect="1"/>
          </p:cNvPicPr>
          <p:nvPr/>
        </p:nvPicPr>
        <p:blipFill>
          <a:blip r:embed="rId3"/>
          <a:stretch>
            <a:fillRect/>
          </a:stretch>
        </p:blipFill>
        <p:spPr>
          <a:xfrm>
            <a:off x="901909" y="5066271"/>
            <a:ext cx="10388181" cy="1556951"/>
          </a:xfrm>
          <a:prstGeom prst="rect">
            <a:avLst/>
          </a:prstGeom>
        </p:spPr>
      </p:pic>
      <p:sp>
        <p:nvSpPr>
          <p:cNvPr id="6" name="TextBox 5">
            <a:extLst>
              <a:ext uri="{FF2B5EF4-FFF2-40B4-BE49-F238E27FC236}">
                <a16:creationId xmlns:a16="http://schemas.microsoft.com/office/drawing/2014/main" id="{820DDC1A-5E5C-1347-BB80-8A7207B98E43}"/>
              </a:ext>
            </a:extLst>
          </p:cNvPr>
          <p:cNvSpPr txBox="1"/>
          <p:nvPr/>
        </p:nvSpPr>
        <p:spPr>
          <a:xfrm>
            <a:off x="703117" y="591400"/>
            <a:ext cx="1520480" cy="1200329"/>
          </a:xfrm>
          <a:prstGeom prst="rect">
            <a:avLst/>
          </a:prstGeom>
          <a:noFill/>
        </p:spPr>
        <p:txBody>
          <a:bodyPr wrap="square" rtlCol="0">
            <a:spAutoFit/>
          </a:bodyPr>
          <a:lstStyle/>
          <a:p>
            <a:pPr marL="0" algn="l" defTabSz="914400" eaLnBrk="1" latinLnBrk="0" hangingPunct="1"/>
            <a:r>
              <a:rPr lang="he-IL" dirty="0"/>
              <a:t>OS</a:t>
            </a:r>
            <a:r>
              <a:rPr lang="en-US" dirty="0"/>
              <a:t>-1228</a:t>
            </a:r>
          </a:p>
          <a:p>
            <a:pPr marL="0" algn="l" defTabSz="914400" eaLnBrk="1" latinLnBrk="0" hangingPunct="1"/>
            <a:r>
              <a:rPr lang="en-US" dirty="0" err="1"/>
              <a:t>center_single</a:t>
            </a:r>
            <a:endParaRPr lang="en-US" dirty="0"/>
          </a:p>
          <a:p>
            <a:pPr marL="0" algn="l" defTabSz="914400" eaLnBrk="1" latinLnBrk="0" hangingPunct="1"/>
            <a:r>
              <a:rPr lang="en-US" dirty="0"/>
              <a:t>pred: 1</a:t>
            </a:r>
          </a:p>
          <a:p>
            <a:pPr marL="0" algn="l" defTabSz="914400" eaLnBrk="1" latinLnBrk="0" hangingPunct="1"/>
            <a:r>
              <a:rPr lang="en-US" dirty="0"/>
              <a:t>true: 1</a:t>
            </a:r>
            <a:endParaRPr lang="en-IL" dirty="0"/>
          </a:p>
        </p:txBody>
      </p:sp>
    </p:spTree>
    <p:extLst>
      <p:ext uri="{BB962C8B-B14F-4D97-AF65-F5344CB8AC3E}">
        <p14:creationId xmlns:p14="http://schemas.microsoft.com/office/powerpoint/2010/main" val="3290405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 name="Picture 34" descr="A rainbow colored vertical bar&#10;&#10;AI-generated content may be incorrect.">
            <a:extLst>
              <a:ext uri="{FF2B5EF4-FFF2-40B4-BE49-F238E27FC236}">
                <a16:creationId xmlns:a16="http://schemas.microsoft.com/office/drawing/2014/main" id="{5673E685-74FF-E24B-24EA-134F583C81CF}"/>
              </a:ext>
            </a:extLst>
          </p:cNvPr>
          <p:cNvPicPr>
            <a:picLocks noChangeAspect="1"/>
          </p:cNvPicPr>
          <p:nvPr/>
        </p:nvPicPr>
        <p:blipFill>
          <a:blip r:embed="rId2"/>
          <a:stretch>
            <a:fillRect/>
          </a:stretch>
        </p:blipFill>
        <p:spPr>
          <a:xfrm>
            <a:off x="10862054" y="86189"/>
            <a:ext cx="1058820" cy="3833308"/>
          </a:xfrm>
          <a:prstGeom prst="rect">
            <a:avLst/>
          </a:prstGeom>
        </p:spPr>
      </p:pic>
      <p:grpSp>
        <p:nvGrpSpPr>
          <p:cNvPr id="34" name="Group 33">
            <a:extLst>
              <a:ext uri="{FF2B5EF4-FFF2-40B4-BE49-F238E27FC236}">
                <a16:creationId xmlns:a16="http://schemas.microsoft.com/office/drawing/2014/main" id="{957ED094-7B72-DC36-8EBF-B646A781CFFA}"/>
              </a:ext>
            </a:extLst>
          </p:cNvPr>
          <p:cNvGrpSpPr/>
          <p:nvPr/>
        </p:nvGrpSpPr>
        <p:grpSpPr>
          <a:xfrm>
            <a:off x="3843177" y="109138"/>
            <a:ext cx="3730815" cy="3643353"/>
            <a:chOff x="3843177" y="109138"/>
            <a:chExt cx="4845540" cy="4825648"/>
          </a:xfrm>
        </p:grpSpPr>
        <p:pic>
          <p:nvPicPr>
            <p:cNvPr id="4" name="Picture 3" descr="A blue hexagon with yellow and green circles&#10;&#10;AI-generated content may be incorrect.">
              <a:extLst>
                <a:ext uri="{FF2B5EF4-FFF2-40B4-BE49-F238E27FC236}">
                  <a16:creationId xmlns:a16="http://schemas.microsoft.com/office/drawing/2014/main" id="{3702D1FB-A2D5-A8A7-6FA2-6498E2A30280}"/>
                </a:ext>
              </a:extLst>
            </p:cNvPr>
            <p:cNvPicPr>
              <a:picLocks noChangeAspect="1"/>
            </p:cNvPicPr>
            <p:nvPr/>
          </p:nvPicPr>
          <p:blipFill>
            <a:blip r:embed="rId3"/>
            <a:stretch>
              <a:fillRect/>
            </a:stretch>
          </p:blipFill>
          <p:spPr>
            <a:xfrm>
              <a:off x="3843177" y="109138"/>
              <a:ext cx="1541503" cy="1541503"/>
            </a:xfrm>
            <a:prstGeom prst="rect">
              <a:avLst/>
            </a:prstGeom>
          </p:spPr>
        </p:pic>
        <p:pic>
          <p:nvPicPr>
            <p:cNvPr id="8" name="Picture 7" descr="A blue and yellow circle&#10;&#10;AI-generated content may be incorrect.">
              <a:extLst>
                <a:ext uri="{FF2B5EF4-FFF2-40B4-BE49-F238E27FC236}">
                  <a16:creationId xmlns:a16="http://schemas.microsoft.com/office/drawing/2014/main" id="{4D539468-D73D-43DA-FC7B-F8D987516FF0}"/>
                </a:ext>
              </a:extLst>
            </p:cNvPr>
            <p:cNvPicPr>
              <a:picLocks noChangeAspect="1"/>
            </p:cNvPicPr>
            <p:nvPr/>
          </p:nvPicPr>
          <p:blipFill>
            <a:blip r:embed="rId4"/>
            <a:stretch>
              <a:fillRect/>
            </a:stretch>
          </p:blipFill>
          <p:spPr>
            <a:xfrm>
              <a:off x="5499568" y="109139"/>
              <a:ext cx="1541503" cy="1541503"/>
            </a:xfrm>
            <a:prstGeom prst="rect">
              <a:avLst/>
            </a:prstGeom>
          </p:spPr>
        </p:pic>
        <p:pic>
          <p:nvPicPr>
            <p:cNvPr id="12" name="Picture 11" descr="A blue and yellow pixelated image of a triangle&#10;&#10;AI-generated content may be incorrect.">
              <a:extLst>
                <a:ext uri="{FF2B5EF4-FFF2-40B4-BE49-F238E27FC236}">
                  <a16:creationId xmlns:a16="http://schemas.microsoft.com/office/drawing/2014/main" id="{8A52A9BF-BEDA-F755-E95B-50CA94BE5613}"/>
                </a:ext>
              </a:extLst>
            </p:cNvPr>
            <p:cNvPicPr>
              <a:picLocks noChangeAspect="1"/>
            </p:cNvPicPr>
            <p:nvPr/>
          </p:nvPicPr>
          <p:blipFill>
            <a:blip r:embed="rId5"/>
            <a:stretch>
              <a:fillRect/>
            </a:stretch>
          </p:blipFill>
          <p:spPr>
            <a:xfrm>
              <a:off x="7147214" y="109140"/>
              <a:ext cx="1541503" cy="1541503"/>
            </a:xfrm>
            <a:prstGeom prst="rect">
              <a:avLst/>
            </a:prstGeom>
          </p:spPr>
        </p:pic>
        <p:pic>
          <p:nvPicPr>
            <p:cNvPr id="16" name="Picture 15" descr="A blue circle in a square&#10;&#10;AI-generated content may be incorrect.">
              <a:extLst>
                <a:ext uri="{FF2B5EF4-FFF2-40B4-BE49-F238E27FC236}">
                  <a16:creationId xmlns:a16="http://schemas.microsoft.com/office/drawing/2014/main" id="{AB512D49-174D-3D34-7937-2BFC823DCFC3}"/>
                </a:ext>
              </a:extLst>
            </p:cNvPr>
            <p:cNvPicPr>
              <a:picLocks noChangeAspect="1"/>
            </p:cNvPicPr>
            <p:nvPr/>
          </p:nvPicPr>
          <p:blipFill>
            <a:blip r:embed="rId6"/>
            <a:stretch>
              <a:fillRect/>
            </a:stretch>
          </p:blipFill>
          <p:spPr>
            <a:xfrm>
              <a:off x="3854546" y="1748262"/>
              <a:ext cx="1541503" cy="1541503"/>
            </a:xfrm>
            <a:prstGeom prst="rect">
              <a:avLst/>
            </a:prstGeom>
          </p:spPr>
        </p:pic>
        <p:pic>
          <p:nvPicPr>
            <p:cNvPr id="20" name="Picture 19" descr="A triangle in a square&#10;&#10;AI-generated content may be incorrect.">
              <a:extLst>
                <a:ext uri="{FF2B5EF4-FFF2-40B4-BE49-F238E27FC236}">
                  <a16:creationId xmlns:a16="http://schemas.microsoft.com/office/drawing/2014/main" id="{50917A3B-BA5B-D73D-2B27-FD3E14D9DD1E}"/>
                </a:ext>
              </a:extLst>
            </p:cNvPr>
            <p:cNvPicPr>
              <a:picLocks noChangeAspect="1"/>
            </p:cNvPicPr>
            <p:nvPr/>
          </p:nvPicPr>
          <p:blipFill>
            <a:blip r:embed="rId7"/>
            <a:stretch>
              <a:fillRect/>
            </a:stretch>
          </p:blipFill>
          <p:spPr>
            <a:xfrm>
              <a:off x="5499568" y="1780142"/>
              <a:ext cx="1541503" cy="1541503"/>
            </a:xfrm>
            <a:prstGeom prst="rect">
              <a:avLst/>
            </a:prstGeom>
          </p:spPr>
        </p:pic>
        <p:pic>
          <p:nvPicPr>
            <p:cNvPr id="24" name="Picture 23" descr="A hexagon with a black line&#10;&#10;AI-generated content may be incorrect.">
              <a:extLst>
                <a:ext uri="{FF2B5EF4-FFF2-40B4-BE49-F238E27FC236}">
                  <a16:creationId xmlns:a16="http://schemas.microsoft.com/office/drawing/2014/main" id="{A8D7ECFD-9F1C-C165-F918-EB6BA51C7DBA}"/>
                </a:ext>
              </a:extLst>
            </p:cNvPr>
            <p:cNvPicPr>
              <a:picLocks noChangeAspect="1"/>
            </p:cNvPicPr>
            <p:nvPr/>
          </p:nvPicPr>
          <p:blipFill>
            <a:blip r:embed="rId8"/>
            <a:stretch>
              <a:fillRect/>
            </a:stretch>
          </p:blipFill>
          <p:spPr>
            <a:xfrm>
              <a:off x="7147214" y="1780143"/>
              <a:ext cx="1541503" cy="1541503"/>
            </a:xfrm>
            <a:prstGeom prst="rect">
              <a:avLst/>
            </a:prstGeom>
          </p:spPr>
        </p:pic>
        <p:pic>
          <p:nvPicPr>
            <p:cNvPr id="28" name="Picture 27" descr="A blue triangle with yellow and green squares&#10;&#10;AI-generated content may be incorrect.">
              <a:extLst>
                <a:ext uri="{FF2B5EF4-FFF2-40B4-BE49-F238E27FC236}">
                  <a16:creationId xmlns:a16="http://schemas.microsoft.com/office/drawing/2014/main" id="{1343FCC6-C5CB-6045-AA47-AEC258C9905E}"/>
                </a:ext>
              </a:extLst>
            </p:cNvPr>
            <p:cNvPicPr>
              <a:picLocks noChangeAspect="1"/>
            </p:cNvPicPr>
            <p:nvPr/>
          </p:nvPicPr>
          <p:blipFill>
            <a:blip r:embed="rId9"/>
            <a:stretch>
              <a:fillRect/>
            </a:stretch>
          </p:blipFill>
          <p:spPr>
            <a:xfrm>
              <a:off x="3854546" y="3393283"/>
              <a:ext cx="1541503" cy="1541503"/>
            </a:xfrm>
            <a:prstGeom prst="rect">
              <a:avLst/>
            </a:prstGeom>
          </p:spPr>
        </p:pic>
        <p:pic>
          <p:nvPicPr>
            <p:cNvPr id="32" name="Picture 31" descr="A blue hexagon with yellow dots&#10;&#10;AI-generated content may be incorrect.">
              <a:extLst>
                <a:ext uri="{FF2B5EF4-FFF2-40B4-BE49-F238E27FC236}">
                  <a16:creationId xmlns:a16="http://schemas.microsoft.com/office/drawing/2014/main" id="{6D9AD24E-6193-4B59-2713-4FF4AB5AD00A}"/>
                </a:ext>
              </a:extLst>
            </p:cNvPr>
            <p:cNvPicPr>
              <a:picLocks noChangeAspect="1"/>
            </p:cNvPicPr>
            <p:nvPr/>
          </p:nvPicPr>
          <p:blipFill>
            <a:blip r:embed="rId10"/>
            <a:stretch>
              <a:fillRect/>
            </a:stretch>
          </p:blipFill>
          <p:spPr>
            <a:xfrm>
              <a:off x="5499569" y="3393283"/>
              <a:ext cx="1541503" cy="1541503"/>
            </a:xfrm>
            <a:prstGeom prst="rect">
              <a:avLst/>
            </a:prstGeom>
          </p:spPr>
        </p:pic>
      </p:grpSp>
      <p:pic>
        <p:nvPicPr>
          <p:cNvPr id="37" name="Picture 36" descr="A blue circle with yellow and green spots&#10;&#10;AI-generated content may be incorrect.">
            <a:extLst>
              <a:ext uri="{FF2B5EF4-FFF2-40B4-BE49-F238E27FC236}">
                <a16:creationId xmlns:a16="http://schemas.microsoft.com/office/drawing/2014/main" id="{AF443752-93F5-54E0-8181-1EB854B96DD6}"/>
              </a:ext>
            </a:extLst>
          </p:cNvPr>
          <p:cNvPicPr>
            <a:picLocks noChangeAspect="1"/>
          </p:cNvPicPr>
          <p:nvPr/>
        </p:nvPicPr>
        <p:blipFill>
          <a:blip r:embed="rId11"/>
          <a:stretch>
            <a:fillRect/>
          </a:stretch>
        </p:blipFill>
        <p:spPr>
          <a:xfrm>
            <a:off x="120900" y="4399731"/>
            <a:ext cx="1380446" cy="1380446"/>
          </a:xfrm>
          <a:prstGeom prst="rect">
            <a:avLst/>
          </a:prstGeom>
        </p:spPr>
      </p:pic>
      <p:pic>
        <p:nvPicPr>
          <p:cNvPr id="39" name="Picture 38" descr="A colorful circle in a square&#10;&#10;AI-generated content may be incorrect.">
            <a:extLst>
              <a:ext uri="{FF2B5EF4-FFF2-40B4-BE49-F238E27FC236}">
                <a16:creationId xmlns:a16="http://schemas.microsoft.com/office/drawing/2014/main" id="{FD57FFB4-FC9E-16EB-FD3E-E53557B314DE}"/>
              </a:ext>
            </a:extLst>
          </p:cNvPr>
          <p:cNvPicPr>
            <a:picLocks noChangeAspect="1"/>
          </p:cNvPicPr>
          <p:nvPr/>
        </p:nvPicPr>
        <p:blipFill>
          <a:blip r:embed="rId12"/>
          <a:stretch>
            <a:fillRect/>
          </a:stretch>
        </p:blipFill>
        <p:spPr>
          <a:xfrm>
            <a:off x="1595633" y="4399731"/>
            <a:ext cx="1380446" cy="1380446"/>
          </a:xfrm>
          <a:prstGeom prst="rect">
            <a:avLst/>
          </a:prstGeom>
        </p:spPr>
      </p:pic>
      <p:pic>
        <p:nvPicPr>
          <p:cNvPr id="41" name="Picture 40" descr="A blue circle with yellow dots&#10;&#10;AI-generated content may be incorrect.">
            <a:extLst>
              <a:ext uri="{FF2B5EF4-FFF2-40B4-BE49-F238E27FC236}">
                <a16:creationId xmlns:a16="http://schemas.microsoft.com/office/drawing/2014/main" id="{68D090B3-B71D-9453-A9C6-C1698377BA61}"/>
              </a:ext>
            </a:extLst>
          </p:cNvPr>
          <p:cNvPicPr>
            <a:picLocks noChangeAspect="1"/>
          </p:cNvPicPr>
          <p:nvPr/>
        </p:nvPicPr>
        <p:blipFill>
          <a:blip r:embed="rId13"/>
          <a:stretch>
            <a:fillRect/>
          </a:stretch>
        </p:blipFill>
        <p:spPr>
          <a:xfrm>
            <a:off x="3098028" y="4399731"/>
            <a:ext cx="1380446" cy="1380446"/>
          </a:xfrm>
          <a:prstGeom prst="rect">
            <a:avLst/>
          </a:prstGeom>
        </p:spPr>
      </p:pic>
      <p:pic>
        <p:nvPicPr>
          <p:cNvPr id="43" name="Picture 42" descr="A colorful image of a hexagon&#10;&#10;AI-generated content may be incorrect.">
            <a:extLst>
              <a:ext uri="{FF2B5EF4-FFF2-40B4-BE49-F238E27FC236}">
                <a16:creationId xmlns:a16="http://schemas.microsoft.com/office/drawing/2014/main" id="{459BE06C-0979-99A5-1308-84A8EFEFA8F5}"/>
              </a:ext>
            </a:extLst>
          </p:cNvPr>
          <p:cNvPicPr>
            <a:picLocks noChangeAspect="1"/>
          </p:cNvPicPr>
          <p:nvPr/>
        </p:nvPicPr>
        <p:blipFill>
          <a:blip r:embed="rId14"/>
          <a:stretch>
            <a:fillRect/>
          </a:stretch>
        </p:blipFill>
        <p:spPr>
          <a:xfrm>
            <a:off x="4595410" y="4399731"/>
            <a:ext cx="1380446" cy="1380446"/>
          </a:xfrm>
          <a:prstGeom prst="rect">
            <a:avLst/>
          </a:prstGeom>
        </p:spPr>
      </p:pic>
      <p:pic>
        <p:nvPicPr>
          <p:cNvPr id="45" name="Picture 44" descr="A blue circle with yellow and red circles&#10;&#10;AI-generated content may be incorrect.">
            <a:extLst>
              <a:ext uri="{FF2B5EF4-FFF2-40B4-BE49-F238E27FC236}">
                <a16:creationId xmlns:a16="http://schemas.microsoft.com/office/drawing/2014/main" id="{7613CA31-28AC-7A10-774D-6DF7C3C81E15}"/>
              </a:ext>
            </a:extLst>
          </p:cNvPr>
          <p:cNvPicPr>
            <a:picLocks noChangeAspect="1"/>
          </p:cNvPicPr>
          <p:nvPr/>
        </p:nvPicPr>
        <p:blipFill>
          <a:blip r:embed="rId15"/>
          <a:stretch>
            <a:fillRect/>
          </a:stretch>
        </p:blipFill>
        <p:spPr>
          <a:xfrm>
            <a:off x="6097805" y="4399731"/>
            <a:ext cx="1380446" cy="1380446"/>
          </a:xfrm>
          <a:prstGeom prst="rect">
            <a:avLst/>
          </a:prstGeom>
        </p:spPr>
      </p:pic>
      <p:pic>
        <p:nvPicPr>
          <p:cNvPr id="47" name="Picture 46" descr="A blue circle with yellow dots&#10;&#10;AI-generated content may be incorrect.">
            <a:extLst>
              <a:ext uri="{FF2B5EF4-FFF2-40B4-BE49-F238E27FC236}">
                <a16:creationId xmlns:a16="http://schemas.microsoft.com/office/drawing/2014/main" id="{6670E4BA-5031-9699-F85B-C807B77C1D6B}"/>
              </a:ext>
            </a:extLst>
          </p:cNvPr>
          <p:cNvPicPr>
            <a:picLocks noChangeAspect="1"/>
          </p:cNvPicPr>
          <p:nvPr/>
        </p:nvPicPr>
        <p:blipFill>
          <a:blip r:embed="rId16"/>
          <a:stretch>
            <a:fillRect/>
          </a:stretch>
        </p:blipFill>
        <p:spPr>
          <a:xfrm>
            <a:off x="7586231" y="4399731"/>
            <a:ext cx="1380446" cy="1380446"/>
          </a:xfrm>
          <a:prstGeom prst="rect">
            <a:avLst/>
          </a:prstGeom>
        </p:spPr>
      </p:pic>
      <p:pic>
        <p:nvPicPr>
          <p:cNvPr id="49" name="Picture 48" descr="A blue circle with yellow and green circles&#10;&#10;AI-generated content may be incorrect.">
            <a:extLst>
              <a:ext uri="{FF2B5EF4-FFF2-40B4-BE49-F238E27FC236}">
                <a16:creationId xmlns:a16="http://schemas.microsoft.com/office/drawing/2014/main" id="{1FB248A0-820D-1F2E-B3EE-253AFC60208C}"/>
              </a:ext>
            </a:extLst>
          </p:cNvPr>
          <p:cNvPicPr>
            <a:picLocks noChangeAspect="1"/>
          </p:cNvPicPr>
          <p:nvPr/>
        </p:nvPicPr>
        <p:blipFill>
          <a:blip r:embed="rId17"/>
          <a:stretch>
            <a:fillRect/>
          </a:stretch>
        </p:blipFill>
        <p:spPr>
          <a:xfrm>
            <a:off x="9083613" y="4399731"/>
            <a:ext cx="1380446" cy="1380446"/>
          </a:xfrm>
          <a:prstGeom prst="rect">
            <a:avLst/>
          </a:prstGeom>
        </p:spPr>
      </p:pic>
      <p:pic>
        <p:nvPicPr>
          <p:cNvPr id="51" name="Picture 50" descr="A blue circle with yellow dots&#10;&#10;AI-generated content may be incorrect.">
            <a:extLst>
              <a:ext uri="{FF2B5EF4-FFF2-40B4-BE49-F238E27FC236}">
                <a16:creationId xmlns:a16="http://schemas.microsoft.com/office/drawing/2014/main" id="{76757EC9-AC73-469B-70A5-49954A49FB04}"/>
              </a:ext>
            </a:extLst>
          </p:cNvPr>
          <p:cNvPicPr>
            <a:picLocks noChangeAspect="1"/>
          </p:cNvPicPr>
          <p:nvPr/>
        </p:nvPicPr>
        <p:blipFill>
          <a:blip r:embed="rId18"/>
          <a:stretch>
            <a:fillRect/>
          </a:stretch>
        </p:blipFill>
        <p:spPr>
          <a:xfrm>
            <a:off x="10697931" y="4399731"/>
            <a:ext cx="1380446" cy="1380446"/>
          </a:xfrm>
          <a:prstGeom prst="rect">
            <a:avLst/>
          </a:prstGeom>
        </p:spPr>
      </p:pic>
      <p:sp>
        <p:nvSpPr>
          <p:cNvPr id="52" name="TextBox 51">
            <a:extLst>
              <a:ext uri="{FF2B5EF4-FFF2-40B4-BE49-F238E27FC236}">
                <a16:creationId xmlns:a16="http://schemas.microsoft.com/office/drawing/2014/main" id="{903CAC53-A640-8358-1D62-4A3D0F4A43A6}"/>
              </a:ext>
            </a:extLst>
          </p:cNvPr>
          <p:cNvSpPr txBox="1"/>
          <p:nvPr/>
        </p:nvSpPr>
        <p:spPr>
          <a:xfrm>
            <a:off x="707916" y="5857021"/>
            <a:ext cx="10817385" cy="369332"/>
          </a:xfrm>
          <a:prstGeom prst="rect">
            <a:avLst/>
          </a:prstGeom>
          <a:noFill/>
        </p:spPr>
        <p:txBody>
          <a:bodyPr wrap="none" rtlCol="0">
            <a:spAutoFit/>
          </a:bodyPr>
          <a:lstStyle/>
          <a:p>
            <a:pPr marL="0" algn="l" defTabSz="914400" eaLnBrk="1" latinLnBrk="0" hangingPunct="1"/>
            <a:r>
              <a:rPr lang="he-IL" dirty="0"/>
              <a:t>0 </a:t>
            </a:r>
            <a:r>
              <a:rPr lang="en-US" dirty="0"/>
              <a:t>                             1                            2                            3                              4                                 5                           6                               7</a:t>
            </a:r>
            <a:endParaRPr lang="en-IL" dirty="0"/>
          </a:p>
        </p:txBody>
      </p:sp>
    </p:spTree>
    <p:extLst>
      <p:ext uri="{BB962C8B-B14F-4D97-AF65-F5344CB8AC3E}">
        <p14:creationId xmlns:p14="http://schemas.microsoft.com/office/powerpoint/2010/main" val="13557605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6BEA6A7-D975-A6D7-0DC3-76297193E3A3}"/>
              </a:ext>
            </a:extLst>
          </p:cNvPr>
          <p:cNvSpPr txBox="1"/>
          <p:nvPr/>
        </p:nvSpPr>
        <p:spPr>
          <a:xfrm>
            <a:off x="344770" y="616114"/>
            <a:ext cx="4350797" cy="1200329"/>
          </a:xfrm>
          <a:prstGeom prst="rect">
            <a:avLst/>
          </a:prstGeom>
          <a:noFill/>
        </p:spPr>
        <p:txBody>
          <a:bodyPr wrap="square" rtlCol="0">
            <a:spAutoFit/>
          </a:bodyPr>
          <a:lstStyle/>
          <a:p>
            <a:pPr marL="0" algn="l" defTabSz="914400" eaLnBrk="1" latinLnBrk="0" hangingPunct="1"/>
            <a:r>
              <a:rPr lang="en-US" dirty="0"/>
              <a:t>OS-2739</a:t>
            </a:r>
          </a:p>
          <a:p>
            <a:r>
              <a:rPr lang="en-US" dirty="0" err="1"/>
              <a:t>in_distribute_four_out_center_single</a:t>
            </a:r>
            <a:endParaRPr lang="en-US" dirty="0"/>
          </a:p>
          <a:p>
            <a:r>
              <a:rPr lang="en-US" dirty="0"/>
              <a:t>pred: 3</a:t>
            </a:r>
          </a:p>
          <a:p>
            <a:pPr marL="0" algn="l" defTabSz="914400" eaLnBrk="1" latinLnBrk="0" hangingPunct="1"/>
            <a:r>
              <a:rPr lang="en-US" dirty="0"/>
              <a:t>true: 1</a:t>
            </a:r>
            <a:endParaRPr lang="en-IL" dirty="0"/>
          </a:p>
        </p:txBody>
      </p:sp>
      <p:pic>
        <p:nvPicPr>
          <p:cNvPr id="6" name="Picture 5">
            <a:extLst>
              <a:ext uri="{FF2B5EF4-FFF2-40B4-BE49-F238E27FC236}">
                <a16:creationId xmlns:a16="http://schemas.microsoft.com/office/drawing/2014/main" id="{71F06F57-762F-D755-CECF-C9F3C4ACFB76}"/>
              </a:ext>
            </a:extLst>
          </p:cNvPr>
          <p:cNvPicPr>
            <a:picLocks noChangeAspect="1"/>
          </p:cNvPicPr>
          <p:nvPr/>
        </p:nvPicPr>
        <p:blipFill>
          <a:blip r:embed="rId2"/>
          <a:stretch>
            <a:fillRect/>
          </a:stretch>
        </p:blipFill>
        <p:spPr>
          <a:xfrm>
            <a:off x="5177481" y="0"/>
            <a:ext cx="4930346" cy="5005048"/>
          </a:xfrm>
          <a:prstGeom prst="rect">
            <a:avLst/>
          </a:prstGeom>
        </p:spPr>
      </p:pic>
      <p:pic>
        <p:nvPicPr>
          <p:cNvPr id="7" name="Picture 6">
            <a:extLst>
              <a:ext uri="{FF2B5EF4-FFF2-40B4-BE49-F238E27FC236}">
                <a16:creationId xmlns:a16="http://schemas.microsoft.com/office/drawing/2014/main" id="{E9CCF669-DE8B-EAC0-31CE-FBCD5B448C53}"/>
              </a:ext>
            </a:extLst>
          </p:cNvPr>
          <p:cNvPicPr>
            <a:picLocks noChangeAspect="1"/>
          </p:cNvPicPr>
          <p:nvPr/>
        </p:nvPicPr>
        <p:blipFill>
          <a:blip r:embed="rId3"/>
          <a:stretch>
            <a:fillRect/>
          </a:stretch>
        </p:blipFill>
        <p:spPr>
          <a:xfrm>
            <a:off x="1845756" y="5155514"/>
            <a:ext cx="10010381" cy="1574114"/>
          </a:xfrm>
          <a:prstGeom prst="rect">
            <a:avLst/>
          </a:prstGeom>
        </p:spPr>
      </p:pic>
    </p:spTree>
    <p:extLst>
      <p:ext uri="{BB962C8B-B14F-4D97-AF65-F5344CB8AC3E}">
        <p14:creationId xmlns:p14="http://schemas.microsoft.com/office/powerpoint/2010/main" val="37629038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 name="Picture 34" descr="A rainbow colored vertical bar&#10;&#10;AI-generated content may be incorrect.">
            <a:extLst>
              <a:ext uri="{FF2B5EF4-FFF2-40B4-BE49-F238E27FC236}">
                <a16:creationId xmlns:a16="http://schemas.microsoft.com/office/drawing/2014/main" id="{8DBCB4F0-ABDC-8D5B-71AF-7DAF9D0F96D0}"/>
              </a:ext>
            </a:extLst>
          </p:cNvPr>
          <p:cNvPicPr>
            <a:picLocks noChangeAspect="1"/>
          </p:cNvPicPr>
          <p:nvPr/>
        </p:nvPicPr>
        <p:blipFill>
          <a:blip r:embed="rId2"/>
          <a:stretch>
            <a:fillRect/>
          </a:stretch>
        </p:blipFill>
        <p:spPr>
          <a:xfrm>
            <a:off x="11306901" y="149144"/>
            <a:ext cx="995553" cy="3279856"/>
          </a:xfrm>
          <a:prstGeom prst="rect">
            <a:avLst/>
          </a:prstGeom>
        </p:spPr>
      </p:pic>
      <p:grpSp>
        <p:nvGrpSpPr>
          <p:cNvPr id="34" name="Group 33">
            <a:extLst>
              <a:ext uri="{FF2B5EF4-FFF2-40B4-BE49-F238E27FC236}">
                <a16:creationId xmlns:a16="http://schemas.microsoft.com/office/drawing/2014/main" id="{516C1D30-F612-65D4-7893-D65BAFBBAE67}"/>
              </a:ext>
            </a:extLst>
          </p:cNvPr>
          <p:cNvGrpSpPr/>
          <p:nvPr/>
        </p:nvGrpSpPr>
        <p:grpSpPr>
          <a:xfrm>
            <a:off x="3933463" y="225676"/>
            <a:ext cx="3799750" cy="3545136"/>
            <a:chOff x="3646079" y="77630"/>
            <a:chExt cx="4499909" cy="4520568"/>
          </a:xfrm>
        </p:grpSpPr>
        <p:pic>
          <p:nvPicPr>
            <p:cNvPr id="4" name="Picture 3" descr="A blue hexagon with black triangles&#10;&#10;AI-generated content may be incorrect.">
              <a:extLst>
                <a:ext uri="{FF2B5EF4-FFF2-40B4-BE49-F238E27FC236}">
                  <a16:creationId xmlns:a16="http://schemas.microsoft.com/office/drawing/2014/main" id="{D6A78660-F572-4DEC-671B-6A18C19FED78}"/>
                </a:ext>
              </a:extLst>
            </p:cNvPr>
            <p:cNvPicPr>
              <a:picLocks noChangeAspect="1"/>
            </p:cNvPicPr>
            <p:nvPr/>
          </p:nvPicPr>
          <p:blipFill>
            <a:blip r:embed="rId3"/>
            <a:stretch>
              <a:fillRect/>
            </a:stretch>
          </p:blipFill>
          <p:spPr>
            <a:xfrm>
              <a:off x="3646079" y="77630"/>
              <a:ext cx="1456906" cy="1456906"/>
            </a:xfrm>
            <a:prstGeom prst="rect">
              <a:avLst/>
            </a:prstGeom>
          </p:spPr>
        </p:pic>
        <p:pic>
          <p:nvPicPr>
            <p:cNvPr id="8" name="Picture 7" descr="A hexagon with a blue and yellow background&#10;&#10;AI-generated content may be incorrect.">
              <a:extLst>
                <a:ext uri="{FF2B5EF4-FFF2-40B4-BE49-F238E27FC236}">
                  <a16:creationId xmlns:a16="http://schemas.microsoft.com/office/drawing/2014/main" id="{F3BBE604-E35F-D514-E279-62A244CFEA17}"/>
                </a:ext>
              </a:extLst>
            </p:cNvPr>
            <p:cNvPicPr>
              <a:picLocks noChangeAspect="1"/>
            </p:cNvPicPr>
            <p:nvPr/>
          </p:nvPicPr>
          <p:blipFill>
            <a:blip r:embed="rId4"/>
            <a:stretch>
              <a:fillRect/>
            </a:stretch>
          </p:blipFill>
          <p:spPr>
            <a:xfrm>
              <a:off x="5170833" y="77630"/>
              <a:ext cx="1456906" cy="1456906"/>
            </a:xfrm>
            <a:prstGeom prst="rect">
              <a:avLst/>
            </a:prstGeom>
          </p:spPr>
        </p:pic>
        <p:pic>
          <p:nvPicPr>
            <p:cNvPr id="12" name="Picture 11" descr="A hexagon with a black dot&#10;&#10;AI-generated content may be incorrect.">
              <a:extLst>
                <a:ext uri="{FF2B5EF4-FFF2-40B4-BE49-F238E27FC236}">
                  <a16:creationId xmlns:a16="http://schemas.microsoft.com/office/drawing/2014/main" id="{218C49D6-595E-DE9F-ED55-94F3429BA784}"/>
                </a:ext>
              </a:extLst>
            </p:cNvPr>
            <p:cNvPicPr>
              <a:picLocks noChangeAspect="1"/>
            </p:cNvPicPr>
            <p:nvPr/>
          </p:nvPicPr>
          <p:blipFill>
            <a:blip r:embed="rId5"/>
            <a:stretch>
              <a:fillRect/>
            </a:stretch>
          </p:blipFill>
          <p:spPr>
            <a:xfrm>
              <a:off x="6689082" y="115093"/>
              <a:ext cx="1456906" cy="1456906"/>
            </a:xfrm>
            <a:prstGeom prst="rect">
              <a:avLst/>
            </a:prstGeom>
          </p:spPr>
        </p:pic>
        <p:pic>
          <p:nvPicPr>
            <p:cNvPr id="16" name="Picture 15" descr="A blue and yellow squares with triangles&#10;&#10;AI-generated content may be incorrect.">
              <a:extLst>
                <a:ext uri="{FF2B5EF4-FFF2-40B4-BE49-F238E27FC236}">
                  <a16:creationId xmlns:a16="http://schemas.microsoft.com/office/drawing/2014/main" id="{DFAFAA5F-1A69-DD20-5A41-C1326FD13512}"/>
                </a:ext>
              </a:extLst>
            </p:cNvPr>
            <p:cNvPicPr>
              <a:picLocks noChangeAspect="1"/>
            </p:cNvPicPr>
            <p:nvPr/>
          </p:nvPicPr>
          <p:blipFill>
            <a:blip r:embed="rId6"/>
            <a:stretch>
              <a:fillRect/>
            </a:stretch>
          </p:blipFill>
          <p:spPr>
            <a:xfrm>
              <a:off x="3652584" y="1609461"/>
              <a:ext cx="1456906" cy="1456906"/>
            </a:xfrm>
            <a:prstGeom prst="rect">
              <a:avLst/>
            </a:prstGeom>
          </p:spPr>
        </p:pic>
        <p:pic>
          <p:nvPicPr>
            <p:cNvPr id="20" name="Picture 19" descr="A blue and yellow squares with black squares&#10;&#10;AI-generated content may be incorrect.">
              <a:extLst>
                <a:ext uri="{FF2B5EF4-FFF2-40B4-BE49-F238E27FC236}">
                  <a16:creationId xmlns:a16="http://schemas.microsoft.com/office/drawing/2014/main" id="{ECF3CCC4-A979-6429-92A0-6D0E2473A6CA}"/>
                </a:ext>
              </a:extLst>
            </p:cNvPr>
            <p:cNvPicPr>
              <a:picLocks noChangeAspect="1"/>
            </p:cNvPicPr>
            <p:nvPr/>
          </p:nvPicPr>
          <p:blipFill>
            <a:blip r:embed="rId7"/>
            <a:stretch>
              <a:fillRect/>
            </a:stretch>
          </p:blipFill>
          <p:spPr>
            <a:xfrm>
              <a:off x="5170833" y="1609461"/>
              <a:ext cx="1456906" cy="1456906"/>
            </a:xfrm>
            <a:prstGeom prst="rect">
              <a:avLst/>
            </a:prstGeom>
          </p:spPr>
        </p:pic>
        <p:pic>
          <p:nvPicPr>
            <p:cNvPr id="24" name="Picture 23" descr="A blue square with a black circle and a yellow circle&#10;&#10;AI-generated content may be incorrect.">
              <a:extLst>
                <a:ext uri="{FF2B5EF4-FFF2-40B4-BE49-F238E27FC236}">
                  <a16:creationId xmlns:a16="http://schemas.microsoft.com/office/drawing/2014/main" id="{5E6E5A34-D767-A0FE-35EC-D110C740ABD8}"/>
                </a:ext>
              </a:extLst>
            </p:cNvPr>
            <p:cNvPicPr>
              <a:picLocks noChangeAspect="1"/>
            </p:cNvPicPr>
            <p:nvPr/>
          </p:nvPicPr>
          <p:blipFill>
            <a:blip r:embed="rId8"/>
            <a:stretch>
              <a:fillRect/>
            </a:stretch>
          </p:blipFill>
          <p:spPr>
            <a:xfrm>
              <a:off x="6689082" y="1609461"/>
              <a:ext cx="1456906" cy="1456906"/>
            </a:xfrm>
            <a:prstGeom prst="rect">
              <a:avLst/>
            </a:prstGeom>
          </p:spPr>
        </p:pic>
        <p:pic>
          <p:nvPicPr>
            <p:cNvPr id="28" name="Picture 27" descr="A blue hexagon with yellow and green triangles&#10;&#10;AI-generated content may be incorrect.">
              <a:extLst>
                <a:ext uri="{FF2B5EF4-FFF2-40B4-BE49-F238E27FC236}">
                  <a16:creationId xmlns:a16="http://schemas.microsoft.com/office/drawing/2014/main" id="{71C7ABE8-4DAB-FFCE-C8D6-1704C557A7E4}"/>
                </a:ext>
              </a:extLst>
            </p:cNvPr>
            <p:cNvPicPr>
              <a:picLocks noChangeAspect="1"/>
            </p:cNvPicPr>
            <p:nvPr/>
          </p:nvPicPr>
          <p:blipFill>
            <a:blip r:embed="rId9"/>
            <a:stretch>
              <a:fillRect/>
            </a:stretch>
          </p:blipFill>
          <p:spPr>
            <a:xfrm>
              <a:off x="3713927" y="3141292"/>
              <a:ext cx="1456906" cy="1456906"/>
            </a:xfrm>
            <a:prstGeom prst="rect">
              <a:avLst/>
            </a:prstGeom>
          </p:spPr>
        </p:pic>
        <p:pic>
          <p:nvPicPr>
            <p:cNvPr id="32" name="Picture 31" descr="A blue hexagon with black lines&#10;&#10;AI-generated content may be incorrect.">
              <a:extLst>
                <a:ext uri="{FF2B5EF4-FFF2-40B4-BE49-F238E27FC236}">
                  <a16:creationId xmlns:a16="http://schemas.microsoft.com/office/drawing/2014/main" id="{072C527A-6C6F-0C78-6612-7141628F942A}"/>
                </a:ext>
              </a:extLst>
            </p:cNvPr>
            <p:cNvPicPr>
              <a:picLocks noChangeAspect="1"/>
            </p:cNvPicPr>
            <p:nvPr/>
          </p:nvPicPr>
          <p:blipFill>
            <a:blip r:embed="rId10"/>
            <a:stretch>
              <a:fillRect/>
            </a:stretch>
          </p:blipFill>
          <p:spPr>
            <a:xfrm>
              <a:off x="5232176" y="3141292"/>
              <a:ext cx="1456906" cy="1456906"/>
            </a:xfrm>
            <a:prstGeom prst="rect">
              <a:avLst/>
            </a:prstGeom>
          </p:spPr>
        </p:pic>
      </p:grpSp>
      <p:pic>
        <p:nvPicPr>
          <p:cNvPr id="54" name="Picture 53" descr="A colorful image of a hexagon with a black circle&#10;&#10;AI-generated content may be incorrect.">
            <a:extLst>
              <a:ext uri="{FF2B5EF4-FFF2-40B4-BE49-F238E27FC236}">
                <a16:creationId xmlns:a16="http://schemas.microsoft.com/office/drawing/2014/main" id="{69F37812-27A5-2C34-F2D7-8C0BDD5F3AEF}"/>
              </a:ext>
            </a:extLst>
          </p:cNvPr>
          <p:cNvPicPr>
            <a:picLocks noChangeAspect="1"/>
          </p:cNvPicPr>
          <p:nvPr/>
        </p:nvPicPr>
        <p:blipFill>
          <a:blip r:embed="rId11"/>
          <a:stretch>
            <a:fillRect/>
          </a:stretch>
        </p:blipFill>
        <p:spPr>
          <a:xfrm>
            <a:off x="618817" y="4397073"/>
            <a:ext cx="1310257" cy="1310257"/>
          </a:xfrm>
          <a:prstGeom prst="rect">
            <a:avLst/>
          </a:prstGeom>
        </p:spPr>
      </p:pic>
      <p:pic>
        <p:nvPicPr>
          <p:cNvPr id="55" name="Picture 54">
            <a:extLst>
              <a:ext uri="{FF2B5EF4-FFF2-40B4-BE49-F238E27FC236}">
                <a16:creationId xmlns:a16="http://schemas.microsoft.com/office/drawing/2014/main" id="{1464B455-854F-BD02-CF70-B169CBB8CF89}"/>
              </a:ext>
            </a:extLst>
          </p:cNvPr>
          <p:cNvPicPr>
            <a:picLocks noChangeAspect="1"/>
          </p:cNvPicPr>
          <p:nvPr/>
        </p:nvPicPr>
        <p:blipFill>
          <a:blip r:embed="rId12"/>
          <a:stretch>
            <a:fillRect/>
          </a:stretch>
        </p:blipFill>
        <p:spPr>
          <a:xfrm>
            <a:off x="2111666" y="4397073"/>
            <a:ext cx="1310257" cy="1310257"/>
          </a:xfrm>
          <a:prstGeom prst="rect">
            <a:avLst/>
          </a:prstGeom>
        </p:spPr>
      </p:pic>
      <p:pic>
        <p:nvPicPr>
          <p:cNvPr id="56" name="Picture 55">
            <a:extLst>
              <a:ext uri="{FF2B5EF4-FFF2-40B4-BE49-F238E27FC236}">
                <a16:creationId xmlns:a16="http://schemas.microsoft.com/office/drawing/2014/main" id="{6F012BE0-603D-B77A-023D-1632CC118157}"/>
              </a:ext>
            </a:extLst>
          </p:cNvPr>
          <p:cNvPicPr>
            <a:picLocks noChangeAspect="1"/>
          </p:cNvPicPr>
          <p:nvPr/>
        </p:nvPicPr>
        <p:blipFill>
          <a:blip r:embed="rId13"/>
          <a:stretch>
            <a:fillRect/>
          </a:stretch>
        </p:blipFill>
        <p:spPr>
          <a:xfrm>
            <a:off x="3543172" y="4372153"/>
            <a:ext cx="1310257" cy="1310257"/>
          </a:xfrm>
          <a:prstGeom prst="rect">
            <a:avLst/>
          </a:prstGeom>
        </p:spPr>
      </p:pic>
      <p:pic>
        <p:nvPicPr>
          <p:cNvPr id="57" name="Picture 56" descr="A colorful image of a hexagon&#10;&#10;AI-generated content may be incorrect.">
            <a:extLst>
              <a:ext uri="{FF2B5EF4-FFF2-40B4-BE49-F238E27FC236}">
                <a16:creationId xmlns:a16="http://schemas.microsoft.com/office/drawing/2014/main" id="{829B63F8-5D0D-EFA8-6468-754C925EBB3A}"/>
              </a:ext>
            </a:extLst>
          </p:cNvPr>
          <p:cNvPicPr>
            <a:picLocks noChangeAspect="1"/>
          </p:cNvPicPr>
          <p:nvPr/>
        </p:nvPicPr>
        <p:blipFill>
          <a:blip r:embed="rId14"/>
          <a:stretch>
            <a:fillRect/>
          </a:stretch>
        </p:blipFill>
        <p:spPr>
          <a:xfrm>
            <a:off x="4970732" y="4375739"/>
            <a:ext cx="1310257" cy="1310257"/>
          </a:xfrm>
          <a:prstGeom prst="rect">
            <a:avLst/>
          </a:prstGeom>
        </p:spPr>
      </p:pic>
      <p:pic>
        <p:nvPicPr>
          <p:cNvPr id="58" name="Picture 57" descr="A circular image of a blue circle with a black circle in the center&#10;&#10;AI-generated content may be incorrect.">
            <a:extLst>
              <a:ext uri="{FF2B5EF4-FFF2-40B4-BE49-F238E27FC236}">
                <a16:creationId xmlns:a16="http://schemas.microsoft.com/office/drawing/2014/main" id="{3CC46EEA-9204-2B18-894C-E604BE9B4DD9}"/>
              </a:ext>
            </a:extLst>
          </p:cNvPr>
          <p:cNvPicPr>
            <a:picLocks noChangeAspect="1"/>
          </p:cNvPicPr>
          <p:nvPr/>
        </p:nvPicPr>
        <p:blipFill>
          <a:blip r:embed="rId15"/>
          <a:stretch>
            <a:fillRect/>
          </a:stretch>
        </p:blipFill>
        <p:spPr>
          <a:xfrm>
            <a:off x="6378811" y="4375739"/>
            <a:ext cx="1310257" cy="1310257"/>
          </a:xfrm>
          <a:prstGeom prst="rect">
            <a:avLst/>
          </a:prstGeom>
        </p:spPr>
      </p:pic>
      <p:pic>
        <p:nvPicPr>
          <p:cNvPr id="59" name="Picture 58" descr="A colorful hexagon with a black circle&#10;&#10;AI-generated content may be incorrect.">
            <a:extLst>
              <a:ext uri="{FF2B5EF4-FFF2-40B4-BE49-F238E27FC236}">
                <a16:creationId xmlns:a16="http://schemas.microsoft.com/office/drawing/2014/main" id="{06B5609C-7DAB-E8F0-185C-41D98CE0C83B}"/>
              </a:ext>
            </a:extLst>
          </p:cNvPr>
          <p:cNvPicPr>
            <a:picLocks noChangeAspect="1"/>
          </p:cNvPicPr>
          <p:nvPr/>
        </p:nvPicPr>
        <p:blipFill>
          <a:blip r:embed="rId16"/>
          <a:stretch>
            <a:fillRect/>
          </a:stretch>
        </p:blipFill>
        <p:spPr>
          <a:xfrm>
            <a:off x="7773838" y="4347233"/>
            <a:ext cx="1310257" cy="1310257"/>
          </a:xfrm>
          <a:prstGeom prst="rect">
            <a:avLst/>
          </a:prstGeom>
        </p:spPr>
      </p:pic>
      <p:pic>
        <p:nvPicPr>
          <p:cNvPr id="60" name="Picture 59" descr="A colorful image of a hexagon&#10;&#10;AI-generated content may be incorrect.">
            <a:extLst>
              <a:ext uri="{FF2B5EF4-FFF2-40B4-BE49-F238E27FC236}">
                <a16:creationId xmlns:a16="http://schemas.microsoft.com/office/drawing/2014/main" id="{D3C62FC8-8DA9-A4EF-190F-46BBB211DD48}"/>
              </a:ext>
            </a:extLst>
          </p:cNvPr>
          <p:cNvPicPr>
            <a:picLocks noChangeAspect="1"/>
          </p:cNvPicPr>
          <p:nvPr/>
        </p:nvPicPr>
        <p:blipFill>
          <a:blip r:embed="rId17"/>
          <a:stretch>
            <a:fillRect/>
          </a:stretch>
        </p:blipFill>
        <p:spPr>
          <a:xfrm>
            <a:off x="9144959" y="4347234"/>
            <a:ext cx="1310257" cy="1310257"/>
          </a:xfrm>
          <a:prstGeom prst="rect">
            <a:avLst/>
          </a:prstGeom>
        </p:spPr>
      </p:pic>
      <p:pic>
        <p:nvPicPr>
          <p:cNvPr id="61" name="Picture 60" descr="A colorful image of a hexagon&#10;&#10;AI-generated content may be incorrect.">
            <a:extLst>
              <a:ext uri="{FF2B5EF4-FFF2-40B4-BE49-F238E27FC236}">
                <a16:creationId xmlns:a16="http://schemas.microsoft.com/office/drawing/2014/main" id="{6CCC9E58-3A2F-A76C-9822-4844538CB845}"/>
              </a:ext>
            </a:extLst>
          </p:cNvPr>
          <p:cNvPicPr>
            <a:picLocks noChangeAspect="1"/>
          </p:cNvPicPr>
          <p:nvPr/>
        </p:nvPicPr>
        <p:blipFill>
          <a:blip r:embed="rId18"/>
          <a:stretch>
            <a:fillRect/>
          </a:stretch>
        </p:blipFill>
        <p:spPr>
          <a:xfrm>
            <a:off x="10576944" y="4347234"/>
            <a:ext cx="1310257" cy="1310257"/>
          </a:xfrm>
          <a:prstGeom prst="rect">
            <a:avLst/>
          </a:prstGeom>
        </p:spPr>
      </p:pic>
      <p:sp>
        <p:nvSpPr>
          <p:cNvPr id="62" name="TextBox 61">
            <a:extLst>
              <a:ext uri="{FF2B5EF4-FFF2-40B4-BE49-F238E27FC236}">
                <a16:creationId xmlns:a16="http://schemas.microsoft.com/office/drawing/2014/main" id="{47AC69D1-593F-C0F6-7438-00D42C992ACB}"/>
              </a:ext>
            </a:extLst>
          </p:cNvPr>
          <p:cNvSpPr txBox="1"/>
          <p:nvPr/>
        </p:nvSpPr>
        <p:spPr>
          <a:xfrm>
            <a:off x="1014711" y="5889499"/>
            <a:ext cx="10538462" cy="369332"/>
          </a:xfrm>
          <a:prstGeom prst="rect">
            <a:avLst/>
          </a:prstGeom>
          <a:noFill/>
        </p:spPr>
        <p:txBody>
          <a:bodyPr wrap="none" rtlCol="0">
            <a:spAutoFit/>
          </a:bodyPr>
          <a:lstStyle/>
          <a:p>
            <a:pPr marL="0" algn="l" defTabSz="914400" eaLnBrk="1" latinLnBrk="0" hangingPunct="1"/>
            <a:r>
              <a:rPr lang="he-IL" dirty="0"/>
              <a:t>0 </a:t>
            </a:r>
            <a:r>
              <a:rPr lang="en-US" dirty="0"/>
              <a:t>                                1                            2                            3                           4                            5                           6                              7</a:t>
            </a:r>
            <a:endParaRPr lang="en-IL" dirty="0"/>
          </a:p>
        </p:txBody>
      </p:sp>
      <p:sp>
        <p:nvSpPr>
          <p:cNvPr id="63" name="TextBox 62">
            <a:extLst>
              <a:ext uri="{FF2B5EF4-FFF2-40B4-BE49-F238E27FC236}">
                <a16:creationId xmlns:a16="http://schemas.microsoft.com/office/drawing/2014/main" id="{C40CE691-59EC-7C27-392E-1660FB71E549}"/>
              </a:ext>
            </a:extLst>
          </p:cNvPr>
          <p:cNvSpPr txBox="1"/>
          <p:nvPr/>
        </p:nvSpPr>
        <p:spPr>
          <a:xfrm>
            <a:off x="227888" y="225676"/>
            <a:ext cx="3232142" cy="1754326"/>
          </a:xfrm>
          <a:prstGeom prst="rect">
            <a:avLst/>
          </a:prstGeom>
          <a:noFill/>
        </p:spPr>
        <p:txBody>
          <a:bodyPr wrap="square" rtlCol="0">
            <a:spAutoFit/>
          </a:bodyPr>
          <a:lstStyle/>
          <a:p>
            <a:pPr algn="r" rtl="1"/>
            <a:r>
              <a:rPr lang="he-IL" sz="1200" dirty="0"/>
              <a:t>הסבר: בתמונה זאת ניתן לראות כי המודל מחפש תבנית של מחומש גדול(תשובה 4 נפסלת).</a:t>
            </a:r>
          </a:p>
          <a:p>
            <a:pPr algn="r" rtl="1"/>
            <a:r>
              <a:rPr lang="he-IL" sz="1200" dirty="0"/>
              <a:t>הסיבה שיש כ״כ הרבה פיקסלים אדומים בכל תשובה אפשרית היא בגלל שכמעט כולן מכילות מחומש גדול שמבחינת המודל זה חלק מהתשובה שהוא מחפש ולכן זה פיקסלים חשובים מבחינתו.</a:t>
            </a:r>
          </a:p>
          <a:p>
            <a:pPr algn="r" rtl="1"/>
            <a:r>
              <a:rPr lang="he-IL" sz="1200" dirty="0"/>
              <a:t>לבסוף, ניתן לראות שיש הכי הרבה פיקסלים שצבועים באדום בתשובה 3 שזאת בחירת המודל.</a:t>
            </a:r>
          </a:p>
          <a:p>
            <a:pPr algn="r" rtl="1"/>
            <a:r>
              <a:rPr lang="he-IL" sz="1200" dirty="0"/>
              <a:t> </a:t>
            </a:r>
            <a:endParaRPr lang="en-IL" sz="1200" dirty="0"/>
          </a:p>
        </p:txBody>
      </p:sp>
    </p:spTree>
    <p:extLst>
      <p:ext uri="{BB962C8B-B14F-4D97-AF65-F5344CB8AC3E}">
        <p14:creationId xmlns:p14="http://schemas.microsoft.com/office/powerpoint/2010/main" val="528446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976F8E3-6783-159E-14C7-8DF333F45F46}"/>
              </a:ext>
            </a:extLst>
          </p:cNvPr>
          <p:cNvSpPr txBox="1"/>
          <p:nvPr/>
        </p:nvSpPr>
        <p:spPr>
          <a:xfrm>
            <a:off x="320056" y="344266"/>
            <a:ext cx="4350797" cy="1200329"/>
          </a:xfrm>
          <a:prstGeom prst="rect">
            <a:avLst/>
          </a:prstGeom>
          <a:noFill/>
        </p:spPr>
        <p:txBody>
          <a:bodyPr wrap="square" rtlCol="0">
            <a:spAutoFit/>
          </a:bodyPr>
          <a:lstStyle/>
          <a:p>
            <a:pPr marL="0" algn="l" defTabSz="914400" eaLnBrk="1" latinLnBrk="0" hangingPunct="1"/>
            <a:r>
              <a:rPr lang="en-US" dirty="0"/>
              <a:t>OS-7029</a:t>
            </a:r>
          </a:p>
          <a:p>
            <a:r>
              <a:rPr lang="en-US" dirty="0" err="1"/>
              <a:t>in_distribute_four_out_center_single</a:t>
            </a:r>
            <a:endParaRPr lang="en-US" dirty="0"/>
          </a:p>
          <a:p>
            <a:r>
              <a:rPr lang="en-US" dirty="0"/>
              <a:t>pred: 7</a:t>
            </a:r>
          </a:p>
          <a:p>
            <a:pPr marL="0" algn="l" defTabSz="914400" eaLnBrk="1" latinLnBrk="0" hangingPunct="1"/>
            <a:r>
              <a:rPr lang="en-US" dirty="0"/>
              <a:t>true: 7</a:t>
            </a:r>
            <a:endParaRPr lang="en-IL" dirty="0"/>
          </a:p>
        </p:txBody>
      </p:sp>
      <p:pic>
        <p:nvPicPr>
          <p:cNvPr id="7" name="Picture 6">
            <a:extLst>
              <a:ext uri="{FF2B5EF4-FFF2-40B4-BE49-F238E27FC236}">
                <a16:creationId xmlns:a16="http://schemas.microsoft.com/office/drawing/2014/main" id="{577A768F-5B40-F163-A48B-1CC388103AE7}"/>
              </a:ext>
            </a:extLst>
          </p:cNvPr>
          <p:cNvPicPr>
            <a:picLocks noChangeAspect="1"/>
          </p:cNvPicPr>
          <p:nvPr/>
        </p:nvPicPr>
        <p:blipFill>
          <a:blip r:embed="rId2"/>
          <a:stretch>
            <a:fillRect/>
          </a:stretch>
        </p:blipFill>
        <p:spPr>
          <a:xfrm>
            <a:off x="4419599" y="208505"/>
            <a:ext cx="4872681" cy="4909595"/>
          </a:xfrm>
          <a:prstGeom prst="rect">
            <a:avLst/>
          </a:prstGeom>
        </p:spPr>
      </p:pic>
      <p:pic>
        <p:nvPicPr>
          <p:cNvPr id="8" name="Picture 7">
            <a:extLst>
              <a:ext uri="{FF2B5EF4-FFF2-40B4-BE49-F238E27FC236}">
                <a16:creationId xmlns:a16="http://schemas.microsoft.com/office/drawing/2014/main" id="{579B404E-1710-7EC3-6459-6E04341072F7}"/>
              </a:ext>
            </a:extLst>
          </p:cNvPr>
          <p:cNvPicPr>
            <a:picLocks noChangeAspect="1"/>
          </p:cNvPicPr>
          <p:nvPr/>
        </p:nvPicPr>
        <p:blipFill>
          <a:blip r:embed="rId3"/>
          <a:stretch>
            <a:fillRect/>
          </a:stretch>
        </p:blipFill>
        <p:spPr>
          <a:xfrm>
            <a:off x="2140043" y="5118100"/>
            <a:ext cx="9091905" cy="1388419"/>
          </a:xfrm>
          <a:prstGeom prst="rect">
            <a:avLst/>
          </a:prstGeom>
        </p:spPr>
      </p:pic>
    </p:spTree>
    <p:extLst>
      <p:ext uri="{BB962C8B-B14F-4D97-AF65-F5344CB8AC3E}">
        <p14:creationId xmlns:p14="http://schemas.microsoft.com/office/powerpoint/2010/main" val="5048443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 name="Picture 34">
            <a:extLst>
              <a:ext uri="{FF2B5EF4-FFF2-40B4-BE49-F238E27FC236}">
                <a16:creationId xmlns:a16="http://schemas.microsoft.com/office/drawing/2014/main" id="{29CB410B-797C-3E71-5CCD-6B1BA8C45038}"/>
              </a:ext>
            </a:extLst>
          </p:cNvPr>
          <p:cNvPicPr>
            <a:picLocks noChangeAspect="1"/>
          </p:cNvPicPr>
          <p:nvPr/>
        </p:nvPicPr>
        <p:blipFill>
          <a:blip r:embed="rId2"/>
          <a:stretch>
            <a:fillRect/>
          </a:stretch>
        </p:blipFill>
        <p:spPr>
          <a:xfrm>
            <a:off x="10935426" y="0"/>
            <a:ext cx="1018492" cy="3542489"/>
          </a:xfrm>
          <a:prstGeom prst="rect">
            <a:avLst/>
          </a:prstGeom>
        </p:spPr>
      </p:pic>
      <p:grpSp>
        <p:nvGrpSpPr>
          <p:cNvPr id="34" name="Group 33">
            <a:extLst>
              <a:ext uri="{FF2B5EF4-FFF2-40B4-BE49-F238E27FC236}">
                <a16:creationId xmlns:a16="http://schemas.microsoft.com/office/drawing/2014/main" id="{9FE42917-BB6C-0D69-5A75-6BAE46A787C2}"/>
              </a:ext>
            </a:extLst>
          </p:cNvPr>
          <p:cNvGrpSpPr/>
          <p:nvPr/>
        </p:nvGrpSpPr>
        <p:grpSpPr>
          <a:xfrm>
            <a:off x="4362097" y="298477"/>
            <a:ext cx="3211895" cy="3244012"/>
            <a:chOff x="4379350" y="-612955"/>
            <a:chExt cx="4343394" cy="4322314"/>
          </a:xfrm>
        </p:grpSpPr>
        <p:pic>
          <p:nvPicPr>
            <p:cNvPr id="4" name="Picture 3" descr="A blue and black pixelated background&#10;&#10;AI-generated content may be incorrect.">
              <a:extLst>
                <a:ext uri="{FF2B5EF4-FFF2-40B4-BE49-F238E27FC236}">
                  <a16:creationId xmlns:a16="http://schemas.microsoft.com/office/drawing/2014/main" id="{3EBACE82-5F40-4AF8-A83C-B752550D9986}"/>
                </a:ext>
              </a:extLst>
            </p:cNvPr>
            <p:cNvPicPr>
              <a:picLocks noChangeAspect="1"/>
            </p:cNvPicPr>
            <p:nvPr/>
          </p:nvPicPr>
          <p:blipFill>
            <a:blip r:embed="rId3"/>
            <a:stretch>
              <a:fillRect/>
            </a:stretch>
          </p:blipFill>
          <p:spPr>
            <a:xfrm>
              <a:off x="4379350" y="-584726"/>
              <a:ext cx="1380706" cy="1380706"/>
            </a:xfrm>
            <a:prstGeom prst="rect">
              <a:avLst/>
            </a:prstGeom>
          </p:spPr>
        </p:pic>
        <p:pic>
          <p:nvPicPr>
            <p:cNvPr id="8" name="Picture 7" descr="A hexagon with three black dots&#10;&#10;AI-generated content may be incorrect.">
              <a:extLst>
                <a:ext uri="{FF2B5EF4-FFF2-40B4-BE49-F238E27FC236}">
                  <a16:creationId xmlns:a16="http://schemas.microsoft.com/office/drawing/2014/main" id="{E7506BCF-C15B-86E1-22E0-D08DCCFBE524}"/>
                </a:ext>
              </a:extLst>
            </p:cNvPr>
            <p:cNvPicPr>
              <a:picLocks noChangeAspect="1"/>
            </p:cNvPicPr>
            <p:nvPr/>
          </p:nvPicPr>
          <p:blipFill>
            <a:blip r:embed="rId4"/>
            <a:stretch>
              <a:fillRect/>
            </a:stretch>
          </p:blipFill>
          <p:spPr>
            <a:xfrm>
              <a:off x="5892800" y="-612955"/>
              <a:ext cx="1380706" cy="1380706"/>
            </a:xfrm>
            <a:prstGeom prst="rect">
              <a:avLst/>
            </a:prstGeom>
          </p:spPr>
        </p:pic>
        <p:pic>
          <p:nvPicPr>
            <p:cNvPr id="12" name="Picture 11" descr="A blue and yellow background with black hexagons&#10;&#10;AI-generated content may be incorrect.">
              <a:extLst>
                <a:ext uri="{FF2B5EF4-FFF2-40B4-BE49-F238E27FC236}">
                  <a16:creationId xmlns:a16="http://schemas.microsoft.com/office/drawing/2014/main" id="{7E0CDD0F-63BF-C94A-298A-C1AD9C98F5BF}"/>
                </a:ext>
              </a:extLst>
            </p:cNvPr>
            <p:cNvPicPr>
              <a:picLocks noChangeAspect="1"/>
            </p:cNvPicPr>
            <p:nvPr/>
          </p:nvPicPr>
          <p:blipFill>
            <a:blip r:embed="rId5"/>
            <a:stretch>
              <a:fillRect/>
            </a:stretch>
          </p:blipFill>
          <p:spPr>
            <a:xfrm>
              <a:off x="7342038" y="-612955"/>
              <a:ext cx="1380706" cy="1380706"/>
            </a:xfrm>
            <a:prstGeom prst="rect">
              <a:avLst/>
            </a:prstGeom>
          </p:spPr>
        </p:pic>
        <p:pic>
          <p:nvPicPr>
            <p:cNvPr id="16" name="Picture 15" descr="A blue and yellow background with black hexagons&#10;&#10;AI-generated content may be incorrect.">
              <a:extLst>
                <a:ext uri="{FF2B5EF4-FFF2-40B4-BE49-F238E27FC236}">
                  <a16:creationId xmlns:a16="http://schemas.microsoft.com/office/drawing/2014/main" id="{9EB7629A-0CC8-DA83-8AA3-3C7F015A3369}"/>
                </a:ext>
              </a:extLst>
            </p:cNvPr>
            <p:cNvPicPr>
              <a:picLocks noChangeAspect="1"/>
            </p:cNvPicPr>
            <p:nvPr/>
          </p:nvPicPr>
          <p:blipFill>
            <a:blip r:embed="rId6"/>
            <a:stretch>
              <a:fillRect/>
            </a:stretch>
          </p:blipFill>
          <p:spPr>
            <a:xfrm>
              <a:off x="4379350" y="836283"/>
              <a:ext cx="1380706" cy="1380706"/>
            </a:xfrm>
            <a:prstGeom prst="rect">
              <a:avLst/>
            </a:prstGeom>
          </p:spPr>
        </p:pic>
        <p:pic>
          <p:nvPicPr>
            <p:cNvPr id="20" name="Picture 19" descr="A blue and yellow hexagon with black squares&#10;&#10;AI-generated content may be incorrect.">
              <a:extLst>
                <a:ext uri="{FF2B5EF4-FFF2-40B4-BE49-F238E27FC236}">
                  <a16:creationId xmlns:a16="http://schemas.microsoft.com/office/drawing/2014/main" id="{1CD7E571-6DE2-127C-7723-96E22B0188AA}"/>
                </a:ext>
              </a:extLst>
            </p:cNvPr>
            <p:cNvPicPr>
              <a:picLocks noChangeAspect="1"/>
            </p:cNvPicPr>
            <p:nvPr/>
          </p:nvPicPr>
          <p:blipFill>
            <a:blip r:embed="rId7"/>
            <a:stretch>
              <a:fillRect/>
            </a:stretch>
          </p:blipFill>
          <p:spPr>
            <a:xfrm>
              <a:off x="5860694" y="836283"/>
              <a:ext cx="1380706" cy="1380706"/>
            </a:xfrm>
            <a:prstGeom prst="rect">
              <a:avLst/>
            </a:prstGeom>
          </p:spPr>
        </p:pic>
        <p:pic>
          <p:nvPicPr>
            <p:cNvPr id="24" name="Picture 23" descr="A blue and yellow background with triangles&#10;&#10;AI-generated content may be incorrect.">
              <a:extLst>
                <a:ext uri="{FF2B5EF4-FFF2-40B4-BE49-F238E27FC236}">
                  <a16:creationId xmlns:a16="http://schemas.microsoft.com/office/drawing/2014/main" id="{28331660-796E-FE2B-5F8D-F95A966AC1F2}"/>
                </a:ext>
              </a:extLst>
            </p:cNvPr>
            <p:cNvPicPr>
              <a:picLocks noChangeAspect="1"/>
            </p:cNvPicPr>
            <p:nvPr/>
          </p:nvPicPr>
          <p:blipFill>
            <a:blip r:embed="rId8"/>
            <a:stretch>
              <a:fillRect/>
            </a:stretch>
          </p:blipFill>
          <p:spPr>
            <a:xfrm>
              <a:off x="7342038" y="836283"/>
              <a:ext cx="1380706" cy="1380706"/>
            </a:xfrm>
            <a:prstGeom prst="rect">
              <a:avLst/>
            </a:prstGeom>
          </p:spPr>
        </p:pic>
        <p:pic>
          <p:nvPicPr>
            <p:cNvPr id="28" name="Picture 27" descr="A blue and yellow background with black dots&#10;&#10;AI-generated content may be incorrect.">
              <a:extLst>
                <a:ext uri="{FF2B5EF4-FFF2-40B4-BE49-F238E27FC236}">
                  <a16:creationId xmlns:a16="http://schemas.microsoft.com/office/drawing/2014/main" id="{182F529D-AD7D-6F3D-E4A6-A952205C5BCA}"/>
                </a:ext>
              </a:extLst>
            </p:cNvPr>
            <p:cNvPicPr>
              <a:picLocks noChangeAspect="1"/>
            </p:cNvPicPr>
            <p:nvPr/>
          </p:nvPicPr>
          <p:blipFill>
            <a:blip r:embed="rId9"/>
            <a:stretch>
              <a:fillRect/>
            </a:stretch>
          </p:blipFill>
          <p:spPr>
            <a:xfrm>
              <a:off x="4426309" y="2328653"/>
              <a:ext cx="1380706" cy="1380706"/>
            </a:xfrm>
            <a:prstGeom prst="rect">
              <a:avLst/>
            </a:prstGeom>
          </p:spPr>
        </p:pic>
        <p:pic>
          <p:nvPicPr>
            <p:cNvPr id="32" name="Picture 31" descr="A blue and yellow hexagon with black lines&#10;&#10;AI-generated content may be incorrect.">
              <a:extLst>
                <a:ext uri="{FF2B5EF4-FFF2-40B4-BE49-F238E27FC236}">
                  <a16:creationId xmlns:a16="http://schemas.microsoft.com/office/drawing/2014/main" id="{5C8244B8-82EE-A152-78CC-F6A84208BA2F}"/>
                </a:ext>
              </a:extLst>
            </p:cNvPr>
            <p:cNvPicPr>
              <a:picLocks noChangeAspect="1"/>
            </p:cNvPicPr>
            <p:nvPr/>
          </p:nvPicPr>
          <p:blipFill>
            <a:blip r:embed="rId10"/>
            <a:stretch>
              <a:fillRect/>
            </a:stretch>
          </p:blipFill>
          <p:spPr>
            <a:xfrm>
              <a:off x="5892800" y="2328653"/>
              <a:ext cx="1380706" cy="1380706"/>
            </a:xfrm>
            <a:prstGeom prst="rect">
              <a:avLst/>
            </a:prstGeom>
          </p:spPr>
        </p:pic>
      </p:grpSp>
      <p:pic>
        <p:nvPicPr>
          <p:cNvPr id="38" name="Picture 37" descr="A colorful image of a triangle&#10;&#10;AI-generated content may be incorrect.">
            <a:extLst>
              <a:ext uri="{FF2B5EF4-FFF2-40B4-BE49-F238E27FC236}">
                <a16:creationId xmlns:a16="http://schemas.microsoft.com/office/drawing/2014/main" id="{05B5952F-EAEE-B64E-832D-AEB722AF8415}"/>
              </a:ext>
            </a:extLst>
          </p:cNvPr>
          <p:cNvPicPr>
            <a:picLocks noChangeAspect="1"/>
          </p:cNvPicPr>
          <p:nvPr/>
        </p:nvPicPr>
        <p:blipFill>
          <a:blip r:embed="rId11"/>
          <a:stretch>
            <a:fillRect/>
          </a:stretch>
        </p:blipFill>
        <p:spPr>
          <a:xfrm>
            <a:off x="452132" y="3934601"/>
            <a:ext cx="1301627" cy="1301627"/>
          </a:xfrm>
          <a:prstGeom prst="rect">
            <a:avLst/>
          </a:prstGeom>
        </p:spPr>
      </p:pic>
      <p:pic>
        <p:nvPicPr>
          <p:cNvPr id="40" name="Picture 39" descr="A colorful image of a triangle with squares&#10;&#10;AI-generated content may be incorrect.">
            <a:extLst>
              <a:ext uri="{FF2B5EF4-FFF2-40B4-BE49-F238E27FC236}">
                <a16:creationId xmlns:a16="http://schemas.microsoft.com/office/drawing/2014/main" id="{14A7EBFC-CA32-BCC2-446C-447221B98F50}"/>
              </a:ext>
            </a:extLst>
          </p:cNvPr>
          <p:cNvPicPr>
            <a:picLocks noChangeAspect="1"/>
          </p:cNvPicPr>
          <p:nvPr/>
        </p:nvPicPr>
        <p:blipFill>
          <a:blip r:embed="rId12"/>
          <a:stretch>
            <a:fillRect/>
          </a:stretch>
        </p:blipFill>
        <p:spPr>
          <a:xfrm>
            <a:off x="1839081" y="3934601"/>
            <a:ext cx="1301627" cy="1301627"/>
          </a:xfrm>
          <a:prstGeom prst="rect">
            <a:avLst/>
          </a:prstGeom>
        </p:spPr>
      </p:pic>
      <p:pic>
        <p:nvPicPr>
          <p:cNvPr id="42" name="Picture 41" descr="A colorful image of a triangle&#10;&#10;AI-generated content may be incorrect.">
            <a:extLst>
              <a:ext uri="{FF2B5EF4-FFF2-40B4-BE49-F238E27FC236}">
                <a16:creationId xmlns:a16="http://schemas.microsoft.com/office/drawing/2014/main" id="{2E2A9D24-7898-A45E-5BC2-6EECA495B9A0}"/>
              </a:ext>
            </a:extLst>
          </p:cNvPr>
          <p:cNvPicPr>
            <a:picLocks noChangeAspect="1"/>
          </p:cNvPicPr>
          <p:nvPr/>
        </p:nvPicPr>
        <p:blipFill>
          <a:blip r:embed="rId13"/>
          <a:stretch>
            <a:fillRect/>
          </a:stretch>
        </p:blipFill>
        <p:spPr>
          <a:xfrm>
            <a:off x="3224817" y="3934601"/>
            <a:ext cx="1301627" cy="1301627"/>
          </a:xfrm>
          <a:prstGeom prst="rect">
            <a:avLst/>
          </a:prstGeom>
        </p:spPr>
      </p:pic>
      <p:pic>
        <p:nvPicPr>
          <p:cNvPr id="44" name="Picture 43" descr="A hexagon with black squares&#10;&#10;AI-generated content may be incorrect.">
            <a:extLst>
              <a:ext uri="{FF2B5EF4-FFF2-40B4-BE49-F238E27FC236}">
                <a16:creationId xmlns:a16="http://schemas.microsoft.com/office/drawing/2014/main" id="{20027248-ADC4-23F1-0E39-14D303E550AC}"/>
              </a:ext>
            </a:extLst>
          </p:cNvPr>
          <p:cNvPicPr>
            <a:picLocks noChangeAspect="1"/>
          </p:cNvPicPr>
          <p:nvPr/>
        </p:nvPicPr>
        <p:blipFill>
          <a:blip r:embed="rId14"/>
          <a:stretch>
            <a:fillRect/>
          </a:stretch>
        </p:blipFill>
        <p:spPr>
          <a:xfrm>
            <a:off x="4597675" y="3934602"/>
            <a:ext cx="1301627" cy="1301627"/>
          </a:xfrm>
          <a:prstGeom prst="rect">
            <a:avLst/>
          </a:prstGeom>
        </p:spPr>
      </p:pic>
      <p:pic>
        <p:nvPicPr>
          <p:cNvPr id="46" name="Picture 45" descr="A colorful image of a triangle&#10;&#10;AI-generated content may be incorrect.">
            <a:extLst>
              <a:ext uri="{FF2B5EF4-FFF2-40B4-BE49-F238E27FC236}">
                <a16:creationId xmlns:a16="http://schemas.microsoft.com/office/drawing/2014/main" id="{F4B16AA0-D6CB-F634-D262-0D117B9ABCCD}"/>
              </a:ext>
            </a:extLst>
          </p:cNvPr>
          <p:cNvPicPr>
            <a:picLocks noChangeAspect="1"/>
          </p:cNvPicPr>
          <p:nvPr/>
        </p:nvPicPr>
        <p:blipFill>
          <a:blip r:embed="rId15"/>
          <a:stretch>
            <a:fillRect/>
          </a:stretch>
        </p:blipFill>
        <p:spPr>
          <a:xfrm>
            <a:off x="5968045" y="3934603"/>
            <a:ext cx="1301627" cy="1301627"/>
          </a:xfrm>
          <a:prstGeom prst="rect">
            <a:avLst/>
          </a:prstGeom>
        </p:spPr>
      </p:pic>
      <p:pic>
        <p:nvPicPr>
          <p:cNvPr id="48" name="Picture 47" descr="A colorful image of a triangle&#10;&#10;AI-generated content may be incorrect.">
            <a:extLst>
              <a:ext uri="{FF2B5EF4-FFF2-40B4-BE49-F238E27FC236}">
                <a16:creationId xmlns:a16="http://schemas.microsoft.com/office/drawing/2014/main" id="{0E698276-C40B-AB28-D3F9-EAFFE60D332D}"/>
              </a:ext>
            </a:extLst>
          </p:cNvPr>
          <p:cNvPicPr>
            <a:picLocks noChangeAspect="1"/>
          </p:cNvPicPr>
          <p:nvPr/>
        </p:nvPicPr>
        <p:blipFill>
          <a:blip r:embed="rId16"/>
          <a:stretch>
            <a:fillRect/>
          </a:stretch>
        </p:blipFill>
        <p:spPr>
          <a:xfrm>
            <a:off x="7335989" y="3934604"/>
            <a:ext cx="1301627" cy="1301627"/>
          </a:xfrm>
          <a:prstGeom prst="rect">
            <a:avLst/>
          </a:prstGeom>
        </p:spPr>
      </p:pic>
      <p:pic>
        <p:nvPicPr>
          <p:cNvPr id="50" name="Picture 49" descr="A colorful image of a triangle and hexagons&#10;&#10;AI-generated content may be incorrect.">
            <a:extLst>
              <a:ext uri="{FF2B5EF4-FFF2-40B4-BE49-F238E27FC236}">
                <a16:creationId xmlns:a16="http://schemas.microsoft.com/office/drawing/2014/main" id="{171D87E2-42DE-5C44-8E2E-F70F661F7F71}"/>
              </a:ext>
            </a:extLst>
          </p:cNvPr>
          <p:cNvPicPr>
            <a:picLocks noChangeAspect="1"/>
          </p:cNvPicPr>
          <p:nvPr/>
        </p:nvPicPr>
        <p:blipFill>
          <a:blip r:embed="rId17"/>
          <a:stretch>
            <a:fillRect/>
          </a:stretch>
        </p:blipFill>
        <p:spPr>
          <a:xfrm>
            <a:off x="8739517" y="3934605"/>
            <a:ext cx="1301627" cy="1301627"/>
          </a:xfrm>
          <a:prstGeom prst="rect">
            <a:avLst/>
          </a:prstGeom>
        </p:spPr>
      </p:pic>
      <p:pic>
        <p:nvPicPr>
          <p:cNvPr id="52" name="Picture 51" descr="A colorful image of a triangle with black squares&#10;&#10;AI-generated content may be incorrect.">
            <a:extLst>
              <a:ext uri="{FF2B5EF4-FFF2-40B4-BE49-F238E27FC236}">
                <a16:creationId xmlns:a16="http://schemas.microsoft.com/office/drawing/2014/main" id="{25C1360A-000B-C29A-BF0D-427414DAEC2F}"/>
              </a:ext>
            </a:extLst>
          </p:cNvPr>
          <p:cNvPicPr>
            <a:picLocks noChangeAspect="1"/>
          </p:cNvPicPr>
          <p:nvPr/>
        </p:nvPicPr>
        <p:blipFill>
          <a:blip r:embed="rId18"/>
          <a:stretch>
            <a:fillRect/>
          </a:stretch>
        </p:blipFill>
        <p:spPr>
          <a:xfrm>
            <a:off x="10143045" y="3934606"/>
            <a:ext cx="1301627" cy="1301627"/>
          </a:xfrm>
          <a:prstGeom prst="rect">
            <a:avLst/>
          </a:prstGeom>
        </p:spPr>
      </p:pic>
      <p:sp>
        <p:nvSpPr>
          <p:cNvPr id="53" name="TextBox 52">
            <a:extLst>
              <a:ext uri="{FF2B5EF4-FFF2-40B4-BE49-F238E27FC236}">
                <a16:creationId xmlns:a16="http://schemas.microsoft.com/office/drawing/2014/main" id="{DF427E44-E940-C6EB-B037-331FF91E8829}"/>
              </a:ext>
            </a:extLst>
          </p:cNvPr>
          <p:cNvSpPr txBox="1"/>
          <p:nvPr/>
        </p:nvSpPr>
        <p:spPr>
          <a:xfrm>
            <a:off x="826533" y="5443674"/>
            <a:ext cx="10120078" cy="369332"/>
          </a:xfrm>
          <a:prstGeom prst="rect">
            <a:avLst/>
          </a:prstGeom>
          <a:noFill/>
        </p:spPr>
        <p:txBody>
          <a:bodyPr wrap="none" rtlCol="0">
            <a:spAutoFit/>
          </a:bodyPr>
          <a:lstStyle/>
          <a:p>
            <a:pPr marL="0" algn="l" defTabSz="914400" eaLnBrk="1" latinLnBrk="0" hangingPunct="1"/>
            <a:r>
              <a:rPr lang="he-IL" dirty="0"/>
              <a:t>0 </a:t>
            </a:r>
            <a:r>
              <a:rPr lang="en-US" dirty="0"/>
              <a:t>                             1                         2                            3                           4                            5                           6                             7</a:t>
            </a:r>
            <a:endParaRPr lang="en-IL" dirty="0"/>
          </a:p>
        </p:txBody>
      </p:sp>
      <p:sp>
        <p:nvSpPr>
          <p:cNvPr id="54" name="TextBox 53">
            <a:extLst>
              <a:ext uri="{FF2B5EF4-FFF2-40B4-BE49-F238E27FC236}">
                <a16:creationId xmlns:a16="http://schemas.microsoft.com/office/drawing/2014/main" id="{E777B55A-9C53-CEA5-4670-AD04FF003641}"/>
              </a:ext>
            </a:extLst>
          </p:cNvPr>
          <p:cNvSpPr txBox="1"/>
          <p:nvPr/>
        </p:nvSpPr>
        <p:spPr>
          <a:xfrm>
            <a:off x="826533" y="376127"/>
            <a:ext cx="3142207" cy="461665"/>
          </a:xfrm>
          <a:prstGeom prst="rect">
            <a:avLst/>
          </a:prstGeom>
          <a:noFill/>
        </p:spPr>
        <p:txBody>
          <a:bodyPr wrap="none" rtlCol="0">
            <a:spAutoFit/>
          </a:bodyPr>
          <a:lstStyle/>
          <a:p>
            <a:r>
              <a:rPr lang="he-IL" sz="1200" dirty="0"/>
              <a:t>הסבר: גם כאן ניתן לראות שהמודל מחפש משולש </a:t>
            </a:r>
          </a:p>
          <a:p>
            <a:pPr algn="r" rtl="1"/>
            <a:r>
              <a:rPr lang="he-IL" sz="1200" dirty="0"/>
              <a:t>כצורה חיצונית</a:t>
            </a:r>
            <a:endParaRPr lang="en-IL" sz="1200" dirty="0"/>
          </a:p>
        </p:txBody>
      </p:sp>
    </p:spTree>
    <p:extLst>
      <p:ext uri="{BB962C8B-B14F-4D97-AF65-F5344CB8AC3E}">
        <p14:creationId xmlns:p14="http://schemas.microsoft.com/office/powerpoint/2010/main" val="9391341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C5CB023-20CB-BC0C-C1EC-026739CE9F47}"/>
              </a:ext>
            </a:extLst>
          </p:cNvPr>
          <p:cNvSpPr txBox="1"/>
          <p:nvPr/>
        </p:nvSpPr>
        <p:spPr>
          <a:xfrm>
            <a:off x="320056" y="344266"/>
            <a:ext cx="4350797" cy="1200329"/>
          </a:xfrm>
          <a:prstGeom prst="rect">
            <a:avLst/>
          </a:prstGeom>
          <a:noFill/>
        </p:spPr>
        <p:txBody>
          <a:bodyPr wrap="square" rtlCol="0">
            <a:spAutoFit/>
          </a:bodyPr>
          <a:lstStyle/>
          <a:p>
            <a:pPr marL="0" algn="l" defTabSz="914400" eaLnBrk="1" latinLnBrk="0" hangingPunct="1"/>
            <a:r>
              <a:rPr lang="en-US" dirty="0"/>
              <a:t>OS-429</a:t>
            </a:r>
          </a:p>
          <a:p>
            <a:r>
              <a:rPr lang="en-US" dirty="0" err="1"/>
              <a:t>up_center_single_down_center_single</a:t>
            </a:r>
            <a:endParaRPr lang="en-US" dirty="0"/>
          </a:p>
          <a:p>
            <a:r>
              <a:rPr lang="en-US" dirty="0"/>
              <a:t>pred: 7</a:t>
            </a:r>
          </a:p>
          <a:p>
            <a:pPr marL="0" algn="l" defTabSz="914400" eaLnBrk="1" latinLnBrk="0" hangingPunct="1"/>
            <a:r>
              <a:rPr lang="en-US" dirty="0"/>
              <a:t>true: 6</a:t>
            </a:r>
            <a:endParaRPr lang="en-IL" dirty="0"/>
          </a:p>
        </p:txBody>
      </p:sp>
      <p:pic>
        <p:nvPicPr>
          <p:cNvPr id="3" name="Picture 2">
            <a:extLst>
              <a:ext uri="{FF2B5EF4-FFF2-40B4-BE49-F238E27FC236}">
                <a16:creationId xmlns:a16="http://schemas.microsoft.com/office/drawing/2014/main" id="{9B3E5A2F-EB13-63EB-AA4B-4A02364E3C77}"/>
              </a:ext>
            </a:extLst>
          </p:cNvPr>
          <p:cNvPicPr>
            <a:picLocks noChangeAspect="1"/>
          </p:cNvPicPr>
          <p:nvPr/>
        </p:nvPicPr>
        <p:blipFill>
          <a:blip r:embed="rId2"/>
          <a:stretch>
            <a:fillRect/>
          </a:stretch>
        </p:blipFill>
        <p:spPr>
          <a:xfrm>
            <a:off x="5417140" y="0"/>
            <a:ext cx="5141195" cy="5279081"/>
          </a:xfrm>
          <a:prstGeom prst="rect">
            <a:avLst/>
          </a:prstGeom>
        </p:spPr>
      </p:pic>
      <p:pic>
        <p:nvPicPr>
          <p:cNvPr id="4" name="Picture 3">
            <a:extLst>
              <a:ext uri="{FF2B5EF4-FFF2-40B4-BE49-F238E27FC236}">
                <a16:creationId xmlns:a16="http://schemas.microsoft.com/office/drawing/2014/main" id="{7168E293-37D7-4B3A-E70E-108CDF749185}"/>
              </a:ext>
            </a:extLst>
          </p:cNvPr>
          <p:cNvPicPr>
            <a:picLocks noChangeAspect="1"/>
          </p:cNvPicPr>
          <p:nvPr/>
        </p:nvPicPr>
        <p:blipFill>
          <a:blip r:embed="rId3"/>
          <a:stretch>
            <a:fillRect/>
          </a:stretch>
        </p:blipFill>
        <p:spPr>
          <a:xfrm>
            <a:off x="2481553" y="5279081"/>
            <a:ext cx="9455074" cy="1506323"/>
          </a:xfrm>
          <a:prstGeom prst="rect">
            <a:avLst/>
          </a:prstGeom>
        </p:spPr>
      </p:pic>
    </p:spTree>
    <p:extLst>
      <p:ext uri="{BB962C8B-B14F-4D97-AF65-F5344CB8AC3E}">
        <p14:creationId xmlns:p14="http://schemas.microsoft.com/office/powerpoint/2010/main" val="13263344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 name="Picture 34" descr="A rainbow colored vertical bar&#10;&#10;AI-generated content may be incorrect.">
            <a:extLst>
              <a:ext uri="{FF2B5EF4-FFF2-40B4-BE49-F238E27FC236}">
                <a16:creationId xmlns:a16="http://schemas.microsoft.com/office/drawing/2014/main" id="{8266C2B6-D171-9589-CBFA-9863BE533981}"/>
              </a:ext>
            </a:extLst>
          </p:cNvPr>
          <p:cNvPicPr>
            <a:picLocks noChangeAspect="1"/>
          </p:cNvPicPr>
          <p:nvPr/>
        </p:nvPicPr>
        <p:blipFill>
          <a:blip r:embed="rId2"/>
          <a:stretch>
            <a:fillRect/>
          </a:stretch>
        </p:blipFill>
        <p:spPr>
          <a:xfrm>
            <a:off x="10928209" y="0"/>
            <a:ext cx="1091029" cy="3646285"/>
          </a:xfrm>
          <a:prstGeom prst="rect">
            <a:avLst/>
          </a:prstGeom>
        </p:spPr>
      </p:pic>
      <p:grpSp>
        <p:nvGrpSpPr>
          <p:cNvPr id="34" name="Group 33">
            <a:extLst>
              <a:ext uri="{FF2B5EF4-FFF2-40B4-BE49-F238E27FC236}">
                <a16:creationId xmlns:a16="http://schemas.microsoft.com/office/drawing/2014/main" id="{CD21F7D4-2003-FF86-B1D3-22B72089523A}"/>
              </a:ext>
            </a:extLst>
          </p:cNvPr>
          <p:cNvGrpSpPr/>
          <p:nvPr/>
        </p:nvGrpSpPr>
        <p:grpSpPr>
          <a:xfrm>
            <a:off x="4513771" y="180673"/>
            <a:ext cx="3543289" cy="3554565"/>
            <a:chOff x="4513771" y="180673"/>
            <a:chExt cx="3543289" cy="3554565"/>
          </a:xfrm>
        </p:grpSpPr>
        <p:pic>
          <p:nvPicPr>
            <p:cNvPr id="4" name="Picture 3" descr="A screenshot of a computer generated image&#10;&#10;AI-generated content may be incorrect.">
              <a:extLst>
                <a:ext uri="{FF2B5EF4-FFF2-40B4-BE49-F238E27FC236}">
                  <a16:creationId xmlns:a16="http://schemas.microsoft.com/office/drawing/2014/main" id="{B2365BA1-A825-B948-DEF3-DB3D796A4D0D}"/>
                </a:ext>
              </a:extLst>
            </p:cNvPr>
            <p:cNvPicPr>
              <a:picLocks noChangeAspect="1"/>
            </p:cNvPicPr>
            <p:nvPr/>
          </p:nvPicPr>
          <p:blipFill>
            <a:blip r:embed="rId3"/>
            <a:stretch>
              <a:fillRect/>
            </a:stretch>
          </p:blipFill>
          <p:spPr>
            <a:xfrm>
              <a:off x="4521200" y="197929"/>
              <a:ext cx="1121913" cy="1121913"/>
            </a:xfrm>
            <a:prstGeom prst="rect">
              <a:avLst/>
            </a:prstGeom>
          </p:spPr>
        </p:pic>
        <p:pic>
          <p:nvPicPr>
            <p:cNvPr id="8" name="Picture 7" descr="A screenshot of a computer generated image&#10;&#10;AI-generated content may be incorrect.">
              <a:extLst>
                <a:ext uri="{FF2B5EF4-FFF2-40B4-BE49-F238E27FC236}">
                  <a16:creationId xmlns:a16="http://schemas.microsoft.com/office/drawing/2014/main" id="{250C0C01-2AA3-E62E-9C4C-46286BB674AB}"/>
                </a:ext>
              </a:extLst>
            </p:cNvPr>
            <p:cNvPicPr>
              <a:picLocks noChangeAspect="1"/>
            </p:cNvPicPr>
            <p:nvPr/>
          </p:nvPicPr>
          <p:blipFill>
            <a:blip r:embed="rId4"/>
            <a:stretch>
              <a:fillRect/>
            </a:stretch>
          </p:blipFill>
          <p:spPr>
            <a:xfrm>
              <a:off x="5728899" y="180673"/>
              <a:ext cx="1121913" cy="1121913"/>
            </a:xfrm>
            <a:prstGeom prst="rect">
              <a:avLst/>
            </a:prstGeom>
          </p:spPr>
        </p:pic>
        <p:pic>
          <p:nvPicPr>
            <p:cNvPr id="12" name="Picture 11" descr="A blue and black hexagon&#10;&#10;AI-generated content may be incorrect.">
              <a:extLst>
                <a:ext uri="{FF2B5EF4-FFF2-40B4-BE49-F238E27FC236}">
                  <a16:creationId xmlns:a16="http://schemas.microsoft.com/office/drawing/2014/main" id="{D6F9A18E-150B-F196-21F1-03B31466A62D}"/>
                </a:ext>
              </a:extLst>
            </p:cNvPr>
            <p:cNvPicPr>
              <a:picLocks noChangeAspect="1"/>
            </p:cNvPicPr>
            <p:nvPr/>
          </p:nvPicPr>
          <p:blipFill>
            <a:blip r:embed="rId5"/>
            <a:stretch>
              <a:fillRect/>
            </a:stretch>
          </p:blipFill>
          <p:spPr>
            <a:xfrm>
              <a:off x="6935147" y="197929"/>
              <a:ext cx="1121913" cy="1121913"/>
            </a:xfrm>
            <a:prstGeom prst="rect">
              <a:avLst/>
            </a:prstGeom>
          </p:spPr>
        </p:pic>
        <p:pic>
          <p:nvPicPr>
            <p:cNvPr id="16" name="Picture 15" descr="A blue and yellow squares&#10;&#10;AI-generated content may be incorrect.">
              <a:extLst>
                <a:ext uri="{FF2B5EF4-FFF2-40B4-BE49-F238E27FC236}">
                  <a16:creationId xmlns:a16="http://schemas.microsoft.com/office/drawing/2014/main" id="{1DD190C3-A6C3-1730-3CE3-FA9D65419E5E}"/>
                </a:ext>
              </a:extLst>
            </p:cNvPr>
            <p:cNvPicPr>
              <a:picLocks noChangeAspect="1"/>
            </p:cNvPicPr>
            <p:nvPr/>
          </p:nvPicPr>
          <p:blipFill>
            <a:blip r:embed="rId6"/>
            <a:stretch>
              <a:fillRect/>
            </a:stretch>
          </p:blipFill>
          <p:spPr>
            <a:xfrm>
              <a:off x="4513771" y="1396998"/>
              <a:ext cx="1121913" cy="1121913"/>
            </a:xfrm>
            <a:prstGeom prst="rect">
              <a:avLst/>
            </a:prstGeom>
          </p:spPr>
        </p:pic>
        <p:pic>
          <p:nvPicPr>
            <p:cNvPr id="20" name="Picture 19" descr="A blue and yellow squares&#10;&#10;AI-generated content may be incorrect.">
              <a:extLst>
                <a:ext uri="{FF2B5EF4-FFF2-40B4-BE49-F238E27FC236}">
                  <a16:creationId xmlns:a16="http://schemas.microsoft.com/office/drawing/2014/main" id="{76130893-DA98-0FD1-FBBC-7939024F5D50}"/>
                </a:ext>
              </a:extLst>
            </p:cNvPr>
            <p:cNvPicPr>
              <a:picLocks noChangeAspect="1"/>
            </p:cNvPicPr>
            <p:nvPr/>
          </p:nvPicPr>
          <p:blipFill>
            <a:blip r:embed="rId7"/>
            <a:stretch>
              <a:fillRect/>
            </a:stretch>
          </p:blipFill>
          <p:spPr>
            <a:xfrm>
              <a:off x="5728899" y="1396999"/>
              <a:ext cx="1121913" cy="1121913"/>
            </a:xfrm>
            <a:prstGeom prst="rect">
              <a:avLst/>
            </a:prstGeom>
          </p:spPr>
        </p:pic>
        <p:pic>
          <p:nvPicPr>
            <p:cNvPr id="24" name="Picture 23" descr="A screenshot of a computer generated image&#10;&#10;AI-generated content may be incorrect.">
              <a:extLst>
                <a:ext uri="{FF2B5EF4-FFF2-40B4-BE49-F238E27FC236}">
                  <a16:creationId xmlns:a16="http://schemas.microsoft.com/office/drawing/2014/main" id="{2DFA0701-5FE3-097D-A6A9-75CF64A96086}"/>
                </a:ext>
              </a:extLst>
            </p:cNvPr>
            <p:cNvPicPr>
              <a:picLocks noChangeAspect="1"/>
            </p:cNvPicPr>
            <p:nvPr/>
          </p:nvPicPr>
          <p:blipFill>
            <a:blip r:embed="rId8"/>
            <a:stretch>
              <a:fillRect/>
            </a:stretch>
          </p:blipFill>
          <p:spPr>
            <a:xfrm>
              <a:off x="6935147" y="1425848"/>
              <a:ext cx="1121913" cy="1121913"/>
            </a:xfrm>
            <a:prstGeom prst="rect">
              <a:avLst/>
            </a:prstGeom>
          </p:spPr>
        </p:pic>
        <p:pic>
          <p:nvPicPr>
            <p:cNvPr id="28" name="Picture 27" descr="A screenshot of a computer generated image&#10;&#10;AI-generated content may be incorrect.">
              <a:extLst>
                <a:ext uri="{FF2B5EF4-FFF2-40B4-BE49-F238E27FC236}">
                  <a16:creationId xmlns:a16="http://schemas.microsoft.com/office/drawing/2014/main" id="{8DD19D45-2023-1BC2-BCD2-7D637BF4DA9F}"/>
                </a:ext>
              </a:extLst>
            </p:cNvPr>
            <p:cNvPicPr>
              <a:picLocks noChangeAspect="1"/>
            </p:cNvPicPr>
            <p:nvPr/>
          </p:nvPicPr>
          <p:blipFill>
            <a:blip r:embed="rId9"/>
            <a:stretch>
              <a:fillRect/>
            </a:stretch>
          </p:blipFill>
          <p:spPr>
            <a:xfrm>
              <a:off x="4521200" y="2613325"/>
              <a:ext cx="1121913" cy="1121913"/>
            </a:xfrm>
            <a:prstGeom prst="rect">
              <a:avLst/>
            </a:prstGeom>
          </p:spPr>
        </p:pic>
        <p:pic>
          <p:nvPicPr>
            <p:cNvPr id="32" name="Picture 31" descr="A blue and yellow squares&#10;&#10;AI-generated content may be incorrect.">
              <a:extLst>
                <a:ext uri="{FF2B5EF4-FFF2-40B4-BE49-F238E27FC236}">
                  <a16:creationId xmlns:a16="http://schemas.microsoft.com/office/drawing/2014/main" id="{DA9A64AB-E8D8-4F34-6072-6E3092B622C6}"/>
                </a:ext>
              </a:extLst>
            </p:cNvPr>
            <p:cNvPicPr>
              <a:picLocks noChangeAspect="1"/>
            </p:cNvPicPr>
            <p:nvPr/>
          </p:nvPicPr>
          <p:blipFill>
            <a:blip r:embed="rId10"/>
            <a:stretch>
              <a:fillRect/>
            </a:stretch>
          </p:blipFill>
          <p:spPr>
            <a:xfrm>
              <a:off x="5728899" y="2613325"/>
              <a:ext cx="1121913" cy="1121913"/>
            </a:xfrm>
            <a:prstGeom prst="rect">
              <a:avLst/>
            </a:prstGeom>
          </p:spPr>
        </p:pic>
      </p:grpSp>
      <p:pic>
        <p:nvPicPr>
          <p:cNvPr id="38" name="Picture 37" descr="A blue circle and a blue square&#10;&#10;AI-generated content may be incorrect.">
            <a:extLst>
              <a:ext uri="{FF2B5EF4-FFF2-40B4-BE49-F238E27FC236}">
                <a16:creationId xmlns:a16="http://schemas.microsoft.com/office/drawing/2014/main" id="{C0638A6F-F1DE-79F6-FED2-B322ABC9C9D4}"/>
              </a:ext>
            </a:extLst>
          </p:cNvPr>
          <p:cNvPicPr>
            <a:picLocks noChangeAspect="1"/>
          </p:cNvPicPr>
          <p:nvPr/>
        </p:nvPicPr>
        <p:blipFill>
          <a:blip r:embed="rId11"/>
          <a:stretch>
            <a:fillRect/>
          </a:stretch>
        </p:blipFill>
        <p:spPr>
          <a:xfrm>
            <a:off x="975982" y="4226463"/>
            <a:ext cx="1277189" cy="1277189"/>
          </a:xfrm>
          <a:prstGeom prst="rect">
            <a:avLst/>
          </a:prstGeom>
        </p:spPr>
      </p:pic>
      <p:pic>
        <p:nvPicPr>
          <p:cNvPr id="40" name="Picture 39" descr="A screenshot of a computer generated image&#10;&#10;AI-generated content may be incorrect.">
            <a:extLst>
              <a:ext uri="{FF2B5EF4-FFF2-40B4-BE49-F238E27FC236}">
                <a16:creationId xmlns:a16="http://schemas.microsoft.com/office/drawing/2014/main" id="{1C937D4E-08D5-8ECD-C7AA-57E7B9217934}"/>
              </a:ext>
            </a:extLst>
          </p:cNvPr>
          <p:cNvPicPr>
            <a:picLocks noChangeAspect="1"/>
          </p:cNvPicPr>
          <p:nvPr/>
        </p:nvPicPr>
        <p:blipFill>
          <a:blip r:embed="rId12"/>
          <a:stretch>
            <a:fillRect/>
          </a:stretch>
        </p:blipFill>
        <p:spPr>
          <a:xfrm>
            <a:off x="2409642" y="4226463"/>
            <a:ext cx="1277189" cy="1277189"/>
          </a:xfrm>
          <a:prstGeom prst="rect">
            <a:avLst/>
          </a:prstGeom>
        </p:spPr>
      </p:pic>
      <p:pic>
        <p:nvPicPr>
          <p:cNvPr id="42" name="Picture 41" descr="A colorful image of a hexagon and a hexagon&#10;&#10;AI-generated content may be incorrect.">
            <a:extLst>
              <a:ext uri="{FF2B5EF4-FFF2-40B4-BE49-F238E27FC236}">
                <a16:creationId xmlns:a16="http://schemas.microsoft.com/office/drawing/2014/main" id="{87A73236-53E7-D268-C62D-B8DCD09AD9AB}"/>
              </a:ext>
            </a:extLst>
          </p:cNvPr>
          <p:cNvPicPr>
            <a:picLocks noChangeAspect="1"/>
          </p:cNvPicPr>
          <p:nvPr/>
        </p:nvPicPr>
        <p:blipFill>
          <a:blip r:embed="rId13"/>
          <a:stretch>
            <a:fillRect/>
          </a:stretch>
        </p:blipFill>
        <p:spPr>
          <a:xfrm>
            <a:off x="3797538" y="4226464"/>
            <a:ext cx="1277189" cy="1277189"/>
          </a:xfrm>
          <a:prstGeom prst="rect">
            <a:avLst/>
          </a:prstGeom>
        </p:spPr>
      </p:pic>
      <p:pic>
        <p:nvPicPr>
          <p:cNvPr id="44" name="Picture 43" descr="A screenshot of a computer generated image&#10;&#10;AI-generated content may be incorrect.">
            <a:extLst>
              <a:ext uri="{FF2B5EF4-FFF2-40B4-BE49-F238E27FC236}">
                <a16:creationId xmlns:a16="http://schemas.microsoft.com/office/drawing/2014/main" id="{08B2ED9D-B9DE-511A-E436-BB5AF1EFDFD0}"/>
              </a:ext>
            </a:extLst>
          </p:cNvPr>
          <p:cNvPicPr>
            <a:picLocks noChangeAspect="1"/>
          </p:cNvPicPr>
          <p:nvPr/>
        </p:nvPicPr>
        <p:blipFill>
          <a:blip r:embed="rId14"/>
          <a:stretch>
            <a:fillRect/>
          </a:stretch>
        </p:blipFill>
        <p:spPr>
          <a:xfrm>
            <a:off x="5185434" y="4226465"/>
            <a:ext cx="1277189" cy="1277189"/>
          </a:xfrm>
          <a:prstGeom prst="rect">
            <a:avLst/>
          </a:prstGeom>
        </p:spPr>
      </p:pic>
      <p:pic>
        <p:nvPicPr>
          <p:cNvPr id="46" name="Picture 45" descr="A screenshot of a computer screen&#10;&#10;AI-generated content may be incorrect.">
            <a:extLst>
              <a:ext uri="{FF2B5EF4-FFF2-40B4-BE49-F238E27FC236}">
                <a16:creationId xmlns:a16="http://schemas.microsoft.com/office/drawing/2014/main" id="{64CBD279-9864-29F3-9BE1-D13BB3CFB703}"/>
              </a:ext>
            </a:extLst>
          </p:cNvPr>
          <p:cNvPicPr>
            <a:picLocks noChangeAspect="1"/>
          </p:cNvPicPr>
          <p:nvPr/>
        </p:nvPicPr>
        <p:blipFill>
          <a:blip r:embed="rId15"/>
          <a:stretch>
            <a:fillRect/>
          </a:stretch>
        </p:blipFill>
        <p:spPr>
          <a:xfrm>
            <a:off x="6557034" y="4226465"/>
            <a:ext cx="1277189" cy="1277189"/>
          </a:xfrm>
          <a:prstGeom prst="rect">
            <a:avLst/>
          </a:prstGeom>
        </p:spPr>
      </p:pic>
      <p:pic>
        <p:nvPicPr>
          <p:cNvPr id="48" name="Picture 47" descr="A screenshot of a computer generated image&#10;&#10;AI-generated content may be incorrect.">
            <a:extLst>
              <a:ext uri="{FF2B5EF4-FFF2-40B4-BE49-F238E27FC236}">
                <a16:creationId xmlns:a16="http://schemas.microsoft.com/office/drawing/2014/main" id="{9DD0A54E-F579-9231-39C1-CE0396A35BBD}"/>
              </a:ext>
            </a:extLst>
          </p:cNvPr>
          <p:cNvPicPr>
            <a:picLocks noChangeAspect="1"/>
          </p:cNvPicPr>
          <p:nvPr/>
        </p:nvPicPr>
        <p:blipFill>
          <a:blip r:embed="rId16"/>
          <a:stretch>
            <a:fillRect/>
          </a:stretch>
        </p:blipFill>
        <p:spPr>
          <a:xfrm>
            <a:off x="7928634" y="4229194"/>
            <a:ext cx="1277189" cy="1277189"/>
          </a:xfrm>
          <a:prstGeom prst="rect">
            <a:avLst/>
          </a:prstGeom>
        </p:spPr>
      </p:pic>
      <p:pic>
        <p:nvPicPr>
          <p:cNvPr id="50" name="Picture 49" descr="A screenshot of a computer generated image&#10;&#10;AI-generated content may be incorrect.">
            <a:extLst>
              <a:ext uri="{FF2B5EF4-FFF2-40B4-BE49-F238E27FC236}">
                <a16:creationId xmlns:a16="http://schemas.microsoft.com/office/drawing/2014/main" id="{5392A3CC-1BA0-0A9E-6B04-4EB3E146C207}"/>
              </a:ext>
            </a:extLst>
          </p:cNvPr>
          <p:cNvPicPr>
            <a:picLocks noChangeAspect="1"/>
          </p:cNvPicPr>
          <p:nvPr/>
        </p:nvPicPr>
        <p:blipFill>
          <a:blip r:embed="rId17"/>
          <a:stretch>
            <a:fillRect/>
          </a:stretch>
        </p:blipFill>
        <p:spPr>
          <a:xfrm>
            <a:off x="9300234" y="4226465"/>
            <a:ext cx="1277189" cy="1277189"/>
          </a:xfrm>
          <a:prstGeom prst="rect">
            <a:avLst/>
          </a:prstGeom>
        </p:spPr>
      </p:pic>
      <p:pic>
        <p:nvPicPr>
          <p:cNvPr id="52" name="Picture 51" descr="A screenshot of a computer generated image&#10;&#10;AI-generated content may be incorrect.">
            <a:extLst>
              <a:ext uri="{FF2B5EF4-FFF2-40B4-BE49-F238E27FC236}">
                <a16:creationId xmlns:a16="http://schemas.microsoft.com/office/drawing/2014/main" id="{B3FA5F90-DE81-90A0-583C-919FA27B1414}"/>
              </a:ext>
            </a:extLst>
          </p:cNvPr>
          <p:cNvPicPr>
            <a:picLocks noChangeAspect="1"/>
          </p:cNvPicPr>
          <p:nvPr/>
        </p:nvPicPr>
        <p:blipFill>
          <a:blip r:embed="rId18"/>
          <a:stretch>
            <a:fillRect/>
          </a:stretch>
        </p:blipFill>
        <p:spPr>
          <a:xfrm>
            <a:off x="10671834" y="4226465"/>
            <a:ext cx="1277189" cy="1277189"/>
          </a:xfrm>
          <a:prstGeom prst="rect">
            <a:avLst/>
          </a:prstGeom>
        </p:spPr>
      </p:pic>
      <p:sp>
        <p:nvSpPr>
          <p:cNvPr id="53" name="TextBox 52">
            <a:extLst>
              <a:ext uri="{FF2B5EF4-FFF2-40B4-BE49-F238E27FC236}">
                <a16:creationId xmlns:a16="http://schemas.microsoft.com/office/drawing/2014/main" id="{9A8AFC7C-D25C-F0A5-E1D9-0F06F74132D1}"/>
              </a:ext>
            </a:extLst>
          </p:cNvPr>
          <p:cNvSpPr txBox="1"/>
          <p:nvPr/>
        </p:nvSpPr>
        <p:spPr>
          <a:xfrm>
            <a:off x="1368848" y="5625546"/>
            <a:ext cx="9980617" cy="369332"/>
          </a:xfrm>
          <a:prstGeom prst="rect">
            <a:avLst/>
          </a:prstGeom>
          <a:noFill/>
        </p:spPr>
        <p:txBody>
          <a:bodyPr wrap="none" rtlCol="0">
            <a:spAutoFit/>
          </a:bodyPr>
          <a:lstStyle/>
          <a:p>
            <a:pPr marL="0" algn="l" defTabSz="914400" eaLnBrk="1" latinLnBrk="0" hangingPunct="1"/>
            <a:r>
              <a:rPr lang="he-IL" dirty="0"/>
              <a:t>0 </a:t>
            </a:r>
            <a:r>
              <a:rPr lang="en-US" dirty="0"/>
              <a:t>                            1                         2                            3                           4                            5                           6                           7</a:t>
            </a:r>
            <a:endParaRPr lang="en-IL" dirty="0"/>
          </a:p>
        </p:txBody>
      </p:sp>
    </p:spTree>
    <p:extLst>
      <p:ext uri="{BB962C8B-B14F-4D97-AF65-F5344CB8AC3E}">
        <p14:creationId xmlns:p14="http://schemas.microsoft.com/office/powerpoint/2010/main" val="23791675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63C7C6D-62E1-C18E-16D3-152CB2664684}"/>
              </a:ext>
            </a:extLst>
          </p:cNvPr>
          <p:cNvSpPr txBox="1"/>
          <p:nvPr/>
        </p:nvSpPr>
        <p:spPr>
          <a:xfrm>
            <a:off x="320056" y="344266"/>
            <a:ext cx="4350797" cy="1200329"/>
          </a:xfrm>
          <a:prstGeom prst="rect">
            <a:avLst/>
          </a:prstGeom>
          <a:noFill/>
        </p:spPr>
        <p:txBody>
          <a:bodyPr wrap="square" rtlCol="0">
            <a:spAutoFit/>
          </a:bodyPr>
          <a:lstStyle/>
          <a:p>
            <a:pPr marL="0" algn="l" defTabSz="914400" eaLnBrk="1" latinLnBrk="0" hangingPunct="1"/>
            <a:r>
              <a:rPr lang="en-US" dirty="0"/>
              <a:t>OS-128</a:t>
            </a:r>
          </a:p>
          <a:p>
            <a:r>
              <a:rPr lang="en-US" dirty="0" err="1"/>
              <a:t>left_center_single_right_center_single</a:t>
            </a:r>
            <a:endParaRPr lang="en-US" dirty="0"/>
          </a:p>
          <a:p>
            <a:r>
              <a:rPr lang="en-US" dirty="0"/>
              <a:t>pred: 6</a:t>
            </a:r>
          </a:p>
          <a:p>
            <a:pPr marL="0" algn="l" defTabSz="914400" eaLnBrk="1" latinLnBrk="0" hangingPunct="1"/>
            <a:r>
              <a:rPr lang="en-US" dirty="0"/>
              <a:t>true: 7</a:t>
            </a:r>
            <a:endParaRPr lang="en-IL" dirty="0"/>
          </a:p>
        </p:txBody>
      </p:sp>
      <p:pic>
        <p:nvPicPr>
          <p:cNvPr id="4" name="Picture 3">
            <a:extLst>
              <a:ext uri="{FF2B5EF4-FFF2-40B4-BE49-F238E27FC236}">
                <a16:creationId xmlns:a16="http://schemas.microsoft.com/office/drawing/2014/main" id="{84A7EBF7-FA34-2E12-697D-A655CF1E483F}"/>
              </a:ext>
            </a:extLst>
          </p:cNvPr>
          <p:cNvPicPr>
            <a:picLocks noChangeAspect="1"/>
          </p:cNvPicPr>
          <p:nvPr/>
        </p:nvPicPr>
        <p:blipFill>
          <a:blip r:embed="rId2"/>
          <a:stretch>
            <a:fillRect/>
          </a:stretch>
        </p:blipFill>
        <p:spPr>
          <a:xfrm>
            <a:off x="5102121" y="145000"/>
            <a:ext cx="5026969" cy="5084311"/>
          </a:xfrm>
          <a:prstGeom prst="rect">
            <a:avLst/>
          </a:prstGeom>
        </p:spPr>
      </p:pic>
      <p:pic>
        <p:nvPicPr>
          <p:cNvPr id="5" name="Picture 4">
            <a:extLst>
              <a:ext uri="{FF2B5EF4-FFF2-40B4-BE49-F238E27FC236}">
                <a16:creationId xmlns:a16="http://schemas.microsoft.com/office/drawing/2014/main" id="{26FF4E93-1F02-692A-2257-7D3663D148A8}"/>
              </a:ext>
            </a:extLst>
          </p:cNvPr>
          <p:cNvPicPr>
            <a:picLocks noChangeAspect="1"/>
          </p:cNvPicPr>
          <p:nvPr/>
        </p:nvPicPr>
        <p:blipFill>
          <a:blip r:embed="rId3"/>
          <a:stretch>
            <a:fillRect/>
          </a:stretch>
        </p:blipFill>
        <p:spPr>
          <a:xfrm>
            <a:off x="2813221" y="5297273"/>
            <a:ext cx="9272862" cy="1431839"/>
          </a:xfrm>
          <a:prstGeom prst="rect">
            <a:avLst/>
          </a:prstGeom>
        </p:spPr>
      </p:pic>
    </p:spTree>
    <p:extLst>
      <p:ext uri="{BB962C8B-B14F-4D97-AF65-F5344CB8AC3E}">
        <p14:creationId xmlns:p14="http://schemas.microsoft.com/office/powerpoint/2010/main" val="24878905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 name="Picture 34" descr="A rainbow colored vertical bar&#10;&#10;AI-generated content may be incorrect.">
            <a:extLst>
              <a:ext uri="{FF2B5EF4-FFF2-40B4-BE49-F238E27FC236}">
                <a16:creationId xmlns:a16="http://schemas.microsoft.com/office/drawing/2014/main" id="{140B3CF1-53D6-A364-DD93-C77E098E413B}"/>
              </a:ext>
            </a:extLst>
          </p:cNvPr>
          <p:cNvPicPr>
            <a:picLocks noChangeAspect="1"/>
          </p:cNvPicPr>
          <p:nvPr/>
        </p:nvPicPr>
        <p:blipFill>
          <a:blip r:embed="rId2"/>
          <a:stretch>
            <a:fillRect/>
          </a:stretch>
        </p:blipFill>
        <p:spPr>
          <a:xfrm>
            <a:off x="10992031" y="0"/>
            <a:ext cx="1046965" cy="3621843"/>
          </a:xfrm>
          <a:prstGeom prst="rect">
            <a:avLst/>
          </a:prstGeom>
        </p:spPr>
      </p:pic>
      <p:grpSp>
        <p:nvGrpSpPr>
          <p:cNvPr id="34" name="Group 33">
            <a:extLst>
              <a:ext uri="{FF2B5EF4-FFF2-40B4-BE49-F238E27FC236}">
                <a16:creationId xmlns:a16="http://schemas.microsoft.com/office/drawing/2014/main" id="{F618096E-1A4B-D9CD-623D-03C53474114D}"/>
              </a:ext>
            </a:extLst>
          </p:cNvPr>
          <p:cNvGrpSpPr/>
          <p:nvPr/>
        </p:nvGrpSpPr>
        <p:grpSpPr>
          <a:xfrm>
            <a:off x="4228985" y="179496"/>
            <a:ext cx="3232968" cy="3262850"/>
            <a:chOff x="4556789" y="689632"/>
            <a:chExt cx="3232968" cy="3262850"/>
          </a:xfrm>
        </p:grpSpPr>
        <p:pic>
          <p:nvPicPr>
            <p:cNvPr id="4" name="Picture 3" descr="A blue and yellow grid with a black circle and a blue hexagon&#10;&#10;AI-generated content may be incorrect.">
              <a:extLst>
                <a:ext uri="{FF2B5EF4-FFF2-40B4-BE49-F238E27FC236}">
                  <a16:creationId xmlns:a16="http://schemas.microsoft.com/office/drawing/2014/main" id="{5FC2D343-76D8-4F8E-AB86-2B4793FDC38E}"/>
                </a:ext>
              </a:extLst>
            </p:cNvPr>
            <p:cNvPicPr>
              <a:picLocks noChangeAspect="1"/>
            </p:cNvPicPr>
            <p:nvPr/>
          </p:nvPicPr>
          <p:blipFill>
            <a:blip r:embed="rId3"/>
            <a:stretch>
              <a:fillRect/>
            </a:stretch>
          </p:blipFill>
          <p:spPr>
            <a:xfrm>
              <a:off x="4556789" y="689632"/>
              <a:ext cx="1046965" cy="1046965"/>
            </a:xfrm>
            <a:prstGeom prst="rect">
              <a:avLst/>
            </a:prstGeom>
          </p:spPr>
        </p:pic>
        <p:pic>
          <p:nvPicPr>
            <p:cNvPr id="8" name="Picture 7" descr="A screenshot of a video game&#10;&#10;AI-generated content may be incorrect.">
              <a:extLst>
                <a:ext uri="{FF2B5EF4-FFF2-40B4-BE49-F238E27FC236}">
                  <a16:creationId xmlns:a16="http://schemas.microsoft.com/office/drawing/2014/main" id="{52F959A4-369E-25CF-EA29-73287FD33832}"/>
                </a:ext>
              </a:extLst>
            </p:cNvPr>
            <p:cNvPicPr>
              <a:picLocks noChangeAspect="1"/>
            </p:cNvPicPr>
            <p:nvPr/>
          </p:nvPicPr>
          <p:blipFill>
            <a:blip r:embed="rId4"/>
            <a:stretch>
              <a:fillRect/>
            </a:stretch>
          </p:blipFill>
          <p:spPr>
            <a:xfrm>
              <a:off x="5634445" y="689633"/>
              <a:ext cx="1046965" cy="1046965"/>
            </a:xfrm>
            <a:prstGeom prst="rect">
              <a:avLst/>
            </a:prstGeom>
          </p:spPr>
        </p:pic>
        <p:pic>
          <p:nvPicPr>
            <p:cNvPr id="12" name="Picture 11" descr="A screenshot of a heat map&#10;&#10;AI-generated content may be incorrect.">
              <a:extLst>
                <a:ext uri="{FF2B5EF4-FFF2-40B4-BE49-F238E27FC236}">
                  <a16:creationId xmlns:a16="http://schemas.microsoft.com/office/drawing/2014/main" id="{07E07F3A-2969-5805-840C-DDE468D6528E}"/>
                </a:ext>
              </a:extLst>
            </p:cNvPr>
            <p:cNvPicPr>
              <a:picLocks noChangeAspect="1"/>
            </p:cNvPicPr>
            <p:nvPr/>
          </p:nvPicPr>
          <p:blipFill>
            <a:blip r:embed="rId5"/>
            <a:stretch>
              <a:fillRect/>
            </a:stretch>
          </p:blipFill>
          <p:spPr>
            <a:xfrm>
              <a:off x="6742792" y="689634"/>
              <a:ext cx="1046965" cy="1046965"/>
            </a:xfrm>
            <a:prstGeom prst="rect">
              <a:avLst/>
            </a:prstGeom>
          </p:spPr>
        </p:pic>
        <p:pic>
          <p:nvPicPr>
            <p:cNvPr id="16" name="Picture 15" descr="A blue and yellow squares with a triangle and a black circle&#10;&#10;AI-generated content may be incorrect.">
              <a:extLst>
                <a:ext uri="{FF2B5EF4-FFF2-40B4-BE49-F238E27FC236}">
                  <a16:creationId xmlns:a16="http://schemas.microsoft.com/office/drawing/2014/main" id="{3602D924-6F21-D0B5-8728-47E204325C87}"/>
                </a:ext>
              </a:extLst>
            </p:cNvPr>
            <p:cNvPicPr>
              <a:picLocks noChangeAspect="1"/>
            </p:cNvPicPr>
            <p:nvPr/>
          </p:nvPicPr>
          <p:blipFill>
            <a:blip r:embed="rId6"/>
            <a:stretch>
              <a:fillRect/>
            </a:stretch>
          </p:blipFill>
          <p:spPr>
            <a:xfrm>
              <a:off x="4587480" y="1806166"/>
              <a:ext cx="1046965" cy="1046965"/>
            </a:xfrm>
            <a:prstGeom prst="rect">
              <a:avLst/>
            </a:prstGeom>
          </p:spPr>
        </p:pic>
        <p:pic>
          <p:nvPicPr>
            <p:cNvPr id="20" name="Picture 19" descr="A screenshot of a computer generated image&#10;&#10;AI-generated content may be incorrect.">
              <a:extLst>
                <a:ext uri="{FF2B5EF4-FFF2-40B4-BE49-F238E27FC236}">
                  <a16:creationId xmlns:a16="http://schemas.microsoft.com/office/drawing/2014/main" id="{517BFE70-FA3A-0D73-0B7A-0C1B0343E30E}"/>
                </a:ext>
              </a:extLst>
            </p:cNvPr>
            <p:cNvPicPr>
              <a:picLocks noChangeAspect="1"/>
            </p:cNvPicPr>
            <p:nvPr/>
          </p:nvPicPr>
          <p:blipFill>
            <a:blip r:embed="rId7"/>
            <a:stretch>
              <a:fillRect/>
            </a:stretch>
          </p:blipFill>
          <p:spPr>
            <a:xfrm>
              <a:off x="5665136" y="1810920"/>
              <a:ext cx="1046965" cy="1046965"/>
            </a:xfrm>
            <a:prstGeom prst="rect">
              <a:avLst/>
            </a:prstGeom>
          </p:spPr>
        </p:pic>
        <p:pic>
          <p:nvPicPr>
            <p:cNvPr id="24" name="Picture 23" descr="A screenshot of a heat map&#10;&#10;AI-generated content may be incorrect.">
              <a:extLst>
                <a:ext uri="{FF2B5EF4-FFF2-40B4-BE49-F238E27FC236}">
                  <a16:creationId xmlns:a16="http://schemas.microsoft.com/office/drawing/2014/main" id="{E1F41DD0-BC05-91E0-FBAC-2184973F7D66}"/>
                </a:ext>
              </a:extLst>
            </p:cNvPr>
            <p:cNvPicPr>
              <a:picLocks noChangeAspect="1"/>
            </p:cNvPicPr>
            <p:nvPr/>
          </p:nvPicPr>
          <p:blipFill>
            <a:blip r:embed="rId8"/>
            <a:stretch>
              <a:fillRect/>
            </a:stretch>
          </p:blipFill>
          <p:spPr>
            <a:xfrm>
              <a:off x="6742792" y="1810921"/>
              <a:ext cx="1046965" cy="1046965"/>
            </a:xfrm>
            <a:prstGeom prst="rect">
              <a:avLst/>
            </a:prstGeom>
          </p:spPr>
        </p:pic>
        <p:pic>
          <p:nvPicPr>
            <p:cNvPr id="28" name="Picture 27" descr="A screenshot of a heat map&#10;&#10;AI-generated content may be incorrect.">
              <a:extLst>
                <a:ext uri="{FF2B5EF4-FFF2-40B4-BE49-F238E27FC236}">
                  <a16:creationId xmlns:a16="http://schemas.microsoft.com/office/drawing/2014/main" id="{A9C63D19-9D0A-4988-2391-204D029A19A2}"/>
                </a:ext>
              </a:extLst>
            </p:cNvPr>
            <p:cNvPicPr>
              <a:picLocks noChangeAspect="1"/>
            </p:cNvPicPr>
            <p:nvPr/>
          </p:nvPicPr>
          <p:blipFill>
            <a:blip r:embed="rId9"/>
            <a:stretch>
              <a:fillRect/>
            </a:stretch>
          </p:blipFill>
          <p:spPr>
            <a:xfrm>
              <a:off x="4587482" y="2905516"/>
              <a:ext cx="1046965" cy="1046965"/>
            </a:xfrm>
            <a:prstGeom prst="rect">
              <a:avLst/>
            </a:prstGeom>
          </p:spPr>
        </p:pic>
        <p:pic>
          <p:nvPicPr>
            <p:cNvPr id="32" name="Picture 31" descr="A screenshot of a heat image&#10;&#10;AI-generated content may be incorrect.">
              <a:extLst>
                <a:ext uri="{FF2B5EF4-FFF2-40B4-BE49-F238E27FC236}">
                  <a16:creationId xmlns:a16="http://schemas.microsoft.com/office/drawing/2014/main" id="{D85853E4-A828-89FA-542E-FE948A4269A1}"/>
                </a:ext>
              </a:extLst>
            </p:cNvPr>
            <p:cNvPicPr>
              <a:picLocks noChangeAspect="1"/>
            </p:cNvPicPr>
            <p:nvPr/>
          </p:nvPicPr>
          <p:blipFill>
            <a:blip r:embed="rId10"/>
            <a:stretch>
              <a:fillRect/>
            </a:stretch>
          </p:blipFill>
          <p:spPr>
            <a:xfrm>
              <a:off x="5677140" y="2905517"/>
              <a:ext cx="1046965" cy="1046965"/>
            </a:xfrm>
            <a:prstGeom prst="rect">
              <a:avLst/>
            </a:prstGeom>
          </p:spPr>
        </p:pic>
      </p:grpSp>
      <p:pic>
        <p:nvPicPr>
          <p:cNvPr id="38" name="Picture 37" descr="A screenshot of a graph&#10;&#10;AI-generated content may be incorrect.">
            <a:extLst>
              <a:ext uri="{FF2B5EF4-FFF2-40B4-BE49-F238E27FC236}">
                <a16:creationId xmlns:a16="http://schemas.microsoft.com/office/drawing/2014/main" id="{EFB0E258-650C-4A59-9324-D98367610226}"/>
              </a:ext>
            </a:extLst>
          </p:cNvPr>
          <p:cNvPicPr>
            <a:picLocks noChangeAspect="1"/>
          </p:cNvPicPr>
          <p:nvPr/>
        </p:nvPicPr>
        <p:blipFill>
          <a:blip r:embed="rId11"/>
          <a:stretch>
            <a:fillRect/>
          </a:stretch>
        </p:blipFill>
        <p:spPr>
          <a:xfrm>
            <a:off x="1135260" y="4084042"/>
            <a:ext cx="1202667" cy="1202667"/>
          </a:xfrm>
          <a:prstGeom prst="rect">
            <a:avLst/>
          </a:prstGeom>
        </p:spPr>
      </p:pic>
      <p:pic>
        <p:nvPicPr>
          <p:cNvPr id="40" name="Picture 39" descr="A screenshot of a graph&#10;&#10;AI-generated content may be incorrect.">
            <a:extLst>
              <a:ext uri="{FF2B5EF4-FFF2-40B4-BE49-F238E27FC236}">
                <a16:creationId xmlns:a16="http://schemas.microsoft.com/office/drawing/2014/main" id="{FF0015D9-64F9-C3A3-6CC7-602A9D7AA540}"/>
              </a:ext>
            </a:extLst>
          </p:cNvPr>
          <p:cNvPicPr>
            <a:picLocks noChangeAspect="1"/>
          </p:cNvPicPr>
          <p:nvPr/>
        </p:nvPicPr>
        <p:blipFill>
          <a:blip r:embed="rId12"/>
          <a:stretch>
            <a:fillRect/>
          </a:stretch>
        </p:blipFill>
        <p:spPr>
          <a:xfrm>
            <a:off x="2518010" y="4069546"/>
            <a:ext cx="1202667" cy="1202667"/>
          </a:xfrm>
          <a:prstGeom prst="rect">
            <a:avLst/>
          </a:prstGeom>
        </p:spPr>
      </p:pic>
      <p:pic>
        <p:nvPicPr>
          <p:cNvPr id="42" name="Picture 41" descr="A screenshot of a graph&#10;&#10;AI-generated content may be incorrect.">
            <a:extLst>
              <a:ext uri="{FF2B5EF4-FFF2-40B4-BE49-F238E27FC236}">
                <a16:creationId xmlns:a16="http://schemas.microsoft.com/office/drawing/2014/main" id="{2E942306-72FE-3F70-80CD-F02AAF83DE2D}"/>
              </a:ext>
            </a:extLst>
          </p:cNvPr>
          <p:cNvPicPr>
            <a:picLocks noChangeAspect="1"/>
          </p:cNvPicPr>
          <p:nvPr/>
        </p:nvPicPr>
        <p:blipFill>
          <a:blip r:embed="rId13"/>
          <a:stretch>
            <a:fillRect/>
          </a:stretch>
        </p:blipFill>
        <p:spPr>
          <a:xfrm>
            <a:off x="3877212" y="4069546"/>
            <a:ext cx="1202667" cy="1202667"/>
          </a:xfrm>
          <a:prstGeom prst="rect">
            <a:avLst/>
          </a:prstGeom>
        </p:spPr>
      </p:pic>
      <p:pic>
        <p:nvPicPr>
          <p:cNvPr id="44" name="Picture 43" descr="A screenshot of a heat map&#10;&#10;AI-generated content may be incorrect.">
            <a:extLst>
              <a:ext uri="{FF2B5EF4-FFF2-40B4-BE49-F238E27FC236}">
                <a16:creationId xmlns:a16="http://schemas.microsoft.com/office/drawing/2014/main" id="{3311CD64-54D8-E8FB-E48F-D6FEAD28A5CC}"/>
              </a:ext>
            </a:extLst>
          </p:cNvPr>
          <p:cNvPicPr>
            <a:picLocks noChangeAspect="1"/>
          </p:cNvPicPr>
          <p:nvPr/>
        </p:nvPicPr>
        <p:blipFill>
          <a:blip r:embed="rId14"/>
          <a:stretch>
            <a:fillRect/>
          </a:stretch>
        </p:blipFill>
        <p:spPr>
          <a:xfrm>
            <a:off x="5161645" y="4069546"/>
            <a:ext cx="1202667" cy="1202667"/>
          </a:xfrm>
          <a:prstGeom prst="rect">
            <a:avLst/>
          </a:prstGeom>
        </p:spPr>
      </p:pic>
      <p:pic>
        <p:nvPicPr>
          <p:cNvPr id="46" name="Picture 45" descr="A screenshot of a graph&#10;&#10;AI-generated content may be incorrect.">
            <a:extLst>
              <a:ext uri="{FF2B5EF4-FFF2-40B4-BE49-F238E27FC236}">
                <a16:creationId xmlns:a16="http://schemas.microsoft.com/office/drawing/2014/main" id="{37ADC839-86A6-7A05-16AC-FAA54DEBB6B1}"/>
              </a:ext>
            </a:extLst>
          </p:cNvPr>
          <p:cNvPicPr>
            <a:picLocks noChangeAspect="1"/>
          </p:cNvPicPr>
          <p:nvPr/>
        </p:nvPicPr>
        <p:blipFill>
          <a:blip r:embed="rId15"/>
          <a:stretch>
            <a:fillRect/>
          </a:stretch>
        </p:blipFill>
        <p:spPr>
          <a:xfrm>
            <a:off x="6463696" y="4045953"/>
            <a:ext cx="1202667" cy="1202667"/>
          </a:xfrm>
          <a:prstGeom prst="rect">
            <a:avLst/>
          </a:prstGeom>
        </p:spPr>
      </p:pic>
      <p:pic>
        <p:nvPicPr>
          <p:cNvPr id="48" name="Picture 47" descr="A screenshot of a graph&#10;&#10;AI-generated content may be incorrect.">
            <a:extLst>
              <a:ext uri="{FF2B5EF4-FFF2-40B4-BE49-F238E27FC236}">
                <a16:creationId xmlns:a16="http://schemas.microsoft.com/office/drawing/2014/main" id="{10F9E6FD-4B86-12EF-C619-E6BD0C99D5D6}"/>
              </a:ext>
            </a:extLst>
          </p:cNvPr>
          <p:cNvPicPr>
            <a:picLocks noChangeAspect="1"/>
          </p:cNvPicPr>
          <p:nvPr/>
        </p:nvPicPr>
        <p:blipFill>
          <a:blip r:embed="rId16"/>
          <a:stretch>
            <a:fillRect/>
          </a:stretch>
        </p:blipFill>
        <p:spPr>
          <a:xfrm>
            <a:off x="7786595" y="4045953"/>
            <a:ext cx="1202667" cy="1202667"/>
          </a:xfrm>
          <a:prstGeom prst="rect">
            <a:avLst/>
          </a:prstGeom>
        </p:spPr>
      </p:pic>
      <p:pic>
        <p:nvPicPr>
          <p:cNvPr id="50" name="Picture 49" descr="A screenshot of a computer generated image&#10;&#10;AI-generated content may be incorrect.">
            <a:extLst>
              <a:ext uri="{FF2B5EF4-FFF2-40B4-BE49-F238E27FC236}">
                <a16:creationId xmlns:a16="http://schemas.microsoft.com/office/drawing/2014/main" id="{A7DCDE80-B613-4748-DC17-6D1A8BAE7290}"/>
              </a:ext>
            </a:extLst>
          </p:cNvPr>
          <p:cNvPicPr>
            <a:picLocks noChangeAspect="1"/>
          </p:cNvPicPr>
          <p:nvPr/>
        </p:nvPicPr>
        <p:blipFill>
          <a:blip r:embed="rId17"/>
          <a:stretch>
            <a:fillRect/>
          </a:stretch>
        </p:blipFill>
        <p:spPr>
          <a:xfrm>
            <a:off x="9088646" y="4062800"/>
            <a:ext cx="1202667" cy="1202667"/>
          </a:xfrm>
          <a:prstGeom prst="rect">
            <a:avLst/>
          </a:prstGeom>
        </p:spPr>
      </p:pic>
      <p:pic>
        <p:nvPicPr>
          <p:cNvPr id="52" name="Picture 51" descr="A screenshot of a graph&#10;&#10;AI-generated content may be incorrect.">
            <a:extLst>
              <a:ext uri="{FF2B5EF4-FFF2-40B4-BE49-F238E27FC236}">
                <a16:creationId xmlns:a16="http://schemas.microsoft.com/office/drawing/2014/main" id="{6E2A4762-423A-0E40-3717-F3DFF7528B6A}"/>
              </a:ext>
            </a:extLst>
          </p:cNvPr>
          <p:cNvPicPr>
            <a:picLocks noChangeAspect="1"/>
          </p:cNvPicPr>
          <p:nvPr/>
        </p:nvPicPr>
        <p:blipFill>
          <a:blip r:embed="rId18"/>
          <a:stretch>
            <a:fillRect/>
          </a:stretch>
        </p:blipFill>
        <p:spPr>
          <a:xfrm>
            <a:off x="10390697" y="4062801"/>
            <a:ext cx="1202667" cy="1202667"/>
          </a:xfrm>
          <a:prstGeom prst="rect">
            <a:avLst/>
          </a:prstGeom>
        </p:spPr>
      </p:pic>
      <p:sp>
        <p:nvSpPr>
          <p:cNvPr id="53" name="TextBox 52">
            <a:extLst>
              <a:ext uri="{FF2B5EF4-FFF2-40B4-BE49-F238E27FC236}">
                <a16:creationId xmlns:a16="http://schemas.microsoft.com/office/drawing/2014/main" id="{8D0C3A07-D79D-275E-8139-673BB4785DE3}"/>
              </a:ext>
            </a:extLst>
          </p:cNvPr>
          <p:cNvSpPr txBox="1"/>
          <p:nvPr/>
        </p:nvSpPr>
        <p:spPr>
          <a:xfrm>
            <a:off x="1441160" y="5372549"/>
            <a:ext cx="9980617" cy="369332"/>
          </a:xfrm>
          <a:prstGeom prst="rect">
            <a:avLst/>
          </a:prstGeom>
          <a:noFill/>
        </p:spPr>
        <p:txBody>
          <a:bodyPr wrap="none" rtlCol="0">
            <a:spAutoFit/>
          </a:bodyPr>
          <a:lstStyle/>
          <a:p>
            <a:pPr marL="0" algn="l" defTabSz="914400" eaLnBrk="1" latinLnBrk="0" hangingPunct="1"/>
            <a:r>
              <a:rPr lang="he-IL" dirty="0"/>
              <a:t>0 </a:t>
            </a:r>
            <a:r>
              <a:rPr lang="en-US" dirty="0"/>
              <a:t>                          1                             2                            3                           4                            5                           6                       7</a:t>
            </a:r>
            <a:endParaRPr lang="en-IL" dirty="0"/>
          </a:p>
        </p:txBody>
      </p:sp>
    </p:spTree>
    <p:extLst>
      <p:ext uri="{BB962C8B-B14F-4D97-AF65-F5344CB8AC3E}">
        <p14:creationId xmlns:p14="http://schemas.microsoft.com/office/powerpoint/2010/main" val="26899348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8EAD381-5156-EBCA-7B3C-7AEBAE276F63}"/>
              </a:ext>
            </a:extLst>
          </p:cNvPr>
          <p:cNvSpPr txBox="1"/>
          <p:nvPr/>
        </p:nvSpPr>
        <p:spPr>
          <a:xfrm>
            <a:off x="320056" y="344266"/>
            <a:ext cx="4350797" cy="1200329"/>
          </a:xfrm>
          <a:prstGeom prst="rect">
            <a:avLst/>
          </a:prstGeom>
          <a:noFill/>
        </p:spPr>
        <p:txBody>
          <a:bodyPr wrap="square" rtlCol="0">
            <a:spAutoFit/>
          </a:bodyPr>
          <a:lstStyle/>
          <a:p>
            <a:pPr marL="0" algn="l" defTabSz="914400" eaLnBrk="1" latinLnBrk="0" hangingPunct="1"/>
            <a:r>
              <a:rPr lang="en-US" dirty="0"/>
              <a:t>OS-218</a:t>
            </a:r>
          </a:p>
          <a:p>
            <a:r>
              <a:rPr lang="en-US" dirty="0" err="1"/>
              <a:t>in_center_single_out_center_single</a:t>
            </a:r>
            <a:endParaRPr lang="en-US" dirty="0"/>
          </a:p>
          <a:p>
            <a:r>
              <a:rPr lang="en-US" dirty="0"/>
              <a:t>pred: 4</a:t>
            </a:r>
          </a:p>
          <a:p>
            <a:pPr marL="0" algn="l" defTabSz="914400" eaLnBrk="1" latinLnBrk="0" hangingPunct="1"/>
            <a:r>
              <a:rPr lang="en-US" dirty="0"/>
              <a:t>true: 4</a:t>
            </a:r>
            <a:endParaRPr lang="en-IL" dirty="0"/>
          </a:p>
        </p:txBody>
      </p:sp>
      <p:pic>
        <p:nvPicPr>
          <p:cNvPr id="3" name="Picture 2">
            <a:extLst>
              <a:ext uri="{FF2B5EF4-FFF2-40B4-BE49-F238E27FC236}">
                <a16:creationId xmlns:a16="http://schemas.microsoft.com/office/drawing/2014/main" id="{A20225BE-7C74-BCD9-9FBC-E3A4B66662AC}"/>
              </a:ext>
            </a:extLst>
          </p:cNvPr>
          <p:cNvPicPr>
            <a:picLocks noChangeAspect="1"/>
          </p:cNvPicPr>
          <p:nvPr/>
        </p:nvPicPr>
        <p:blipFill>
          <a:blip r:embed="rId2"/>
          <a:stretch>
            <a:fillRect/>
          </a:stretch>
        </p:blipFill>
        <p:spPr>
          <a:xfrm>
            <a:off x="4819134" y="0"/>
            <a:ext cx="5082888" cy="5141090"/>
          </a:xfrm>
          <a:prstGeom prst="rect">
            <a:avLst/>
          </a:prstGeom>
        </p:spPr>
      </p:pic>
      <p:pic>
        <p:nvPicPr>
          <p:cNvPr id="4" name="Picture 3">
            <a:extLst>
              <a:ext uri="{FF2B5EF4-FFF2-40B4-BE49-F238E27FC236}">
                <a16:creationId xmlns:a16="http://schemas.microsoft.com/office/drawing/2014/main" id="{2A01479A-A8EE-AA6A-9FC8-7CA0ED5FCCEE}"/>
              </a:ext>
            </a:extLst>
          </p:cNvPr>
          <p:cNvPicPr>
            <a:picLocks noChangeAspect="1"/>
          </p:cNvPicPr>
          <p:nvPr/>
        </p:nvPicPr>
        <p:blipFill>
          <a:blip r:embed="rId3"/>
          <a:stretch>
            <a:fillRect/>
          </a:stretch>
        </p:blipFill>
        <p:spPr>
          <a:xfrm>
            <a:off x="1396774" y="5141091"/>
            <a:ext cx="10550150" cy="1612856"/>
          </a:xfrm>
          <a:prstGeom prst="rect">
            <a:avLst/>
          </a:prstGeom>
        </p:spPr>
      </p:pic>
    </p:spTree>
    <p:extLst>
      <p:ext uri="{BB962C8B-B14F-4D97-AF65-F5344CB8AC3E}">
        <p14:creationId xmlns:p14="http://schemas.microsoft.com/office/powerpoint/2010/main" val="6212785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 name="Picture 34" descr="A rainbow colored vertical bar&#10;&#10;AI-generated content may be incorrect.">
            <a:extLst>
              <a:ext uri="{FF2B5EF4-FFF2-40B4-BE49-F238E27FC236}">
                <a16:creationId xmlns:a16="http://schemas.microsoft.com/office/drawing/2014/main" id="{66FA4B94-5E78-B7C9-E684-3462CD601FCC}"/>
              </a:ext>
            </a:extLst>
          </p:cNvPr>
          <p:cNvPicPr>
            <a:picLocks noChangeAspect="1"/>
          </p:cNvPicPr>
          <p:nvPr/>
        </p:nvPicPr>
        <p:blipFill>
          <a:blip r:embed="rId2"/>
          <a:stretch>
            <a:fillRect/>
          </a:stretch>
        </p:blipFill>
        <p:spPr>
          <a:xfrm>
            <a:off x="10862381" y="36702"/>
            <a:ext cx="959775" cy="3352358"/>
          </a:xfrm>
          <a:prstGeom prst="rect">
            <a:avLst/>
          </a:prstGeom>
        </p:spPr>
      </p:pic>
      <p:grpSp>
        <p:nvGrpSpPr>
          <p:cNvPr id="34" name="Group 33">
            <a:extLst>
              <a:ext uri="{FF2B5EF4-FFF2-40B4-BE49-F238E27FC236}">
                <a16:creationId xmlns:a16="http://schemas.microsoft.com/office/drawing/2014/main" id="{C22D3EED-A85A-D1F7-8CAE-7A33253C30DB}"/>
              </a:ext>
            </a:extLst>
          </p:cNvPr>
          <p:cNvGrpSpPr/>
          <p:nvPr/>
        </p:nvGrpSpPr>
        <p:grpSpPr>
          <a:xfrm>
            <a:off x="4417683" y="146617"/>
            <a:ext cx="3354717" cy="3674885"/>
            <a:chOff x="4417683" y="146617"/>
            <a:chExt cx="3873883" cy="3895098"/>
          </a:xfrm>
        </p:grpSpPr>
        <p:pic>
          <p:nvPicPr>
            <p:cNvPr id="4" name="Picture 3" descr="A blue and yellow square with a black square in the middle&#10;&#10;AI-generated content may be incorrect.">
              <a:extLst>
                <a:ext uri="{FF2B5EF4-FFF2-40B4-BE49-F238E27FC236}">
                  <a16:creationId xmlns:a16="http://schemas.microsoft.com/office/drawing/2014/main" id="{9E846725-8588-A60A-CD6E-40CD01A180AE}"/>
                </a:ext>
              </a:extLst>
            </p:cNvPr>
            <p:cNvPicPr>
              <a:picLocks noChangeAspect="1"/>
            </p:cNvPicPr>
            <p:nvPr/>
          </p:nvPicPr>
          <p:blipFill>
            <a:blip r:embed="rId3"/>
            <a:stretch>
              <a:fillRect/>
            </a:stretch>
          </p:blipFill>
          <p:spPr>
            <a:xfrm>
              <a:off x="4417683" y="146617"/>
              <a:ext cx="1225430" cy="1225430"/>
            </a:xfrm>
            <a:prstGeom prst="rect">
              <a:avLst/>
            </a:prstGeom>
          </p:spPr>
        </p:pic>
        <p:pic>
          <p:nvPicPr>
            <p:cNvPr id="8" name="Picture 7" descr="A colorful image of a hexagon&#10;&#10;AI-generated content may be incorrect.">
              <a:extLst>
                <a:ext uri="{FF2B5EF4-FFF2-40B4-BE49-F238E27FC236}">
                  <a16:creationId xmlns:a16="http://schemas.microsoft.com/office/drawing/2014/main" id="{43A662DF-012C-02B3-2D59-BB61F935105C}"/>
                </a:ext>
              </a:extLst>
            </p:cNvPr>
            <p:cNvPicPr>
              <a:picLocks noChangeAspect="1"/>
            </p:cNvPicPr>
            <p:nvPr/>
          </p:nvPicPr>
          <p:blipFill>
            <a:blip r:embed="rId4"/>
            <a:stretch>
              <a:fillRect/>
            </a:stretch>
          </p:blipFill>
          <p:spPr>
            <a:xfrm>
              <a:off x="5773707" y="171570"/>
              <a:ext cx="1225430" cy="1225430"/>
            </a:xfrm>
            <a:prstGeom prst="rect">
              <a:avLst/>
            </a:prstGeom>
          </p:spPr>
        </p:pic>
        <p:pic>
          <p:nvPicPr>
            <p:cNvPr id="12" name="Picture 11" descr="A colorful image of a hexagon&#10;&#10;AI-generated content may be incorrect.">
              <a:extLst>
                <a:ext uri="{FF2B5EF4-FFF2-40B4-BE49-F238E27FC236}">
                  <a16:creationId xmlns:a16="http://schemas.microsoft.com/office/drawing/2014/main" id="{8376922F-C30C-C34B-99BE-966DC3FCB6BB}"/>
                </a:ext>
              </a:extLst>
            </p:cNvPr>
            <p:cNvPicPr>
              <a:picLocks noChangeAspect="1"/>
            </p:cNvPicPr>
            <p:nvPr/>
          </p:nvPicPr>
          <p:blipFill>
            <a:blip r:embed="rId5"/>
            <a:stretch>
              <a:fillRect/>
            </a:stretch>
          </p:blipFill>
          <p:spPr>
            <a:xfrm>
              <a:off x="7066136" y="171570"/>
              <a:ext cx="1225430" cy="1225430"/>
            </a:xfrm>
            <a:prstGeom prst="rect">
              <a:avLst/>
            </a:prstGeom>
          </p:spPr>
        </p:pic>
        <p:pic>
          <p:nvPicPr>
            <p:cNvPr id="16" name="Picture 15" descr="A blue and yellow hexagon with black lines&#10;&#10;AI-generated content may be incorrect.">
              <a:extLst>
                <a:ext uri="{FF2B5EF4-FFF2-40B4-BE49-F238E27FC236}">
                  <a16:creationId xmlns:a16="http://schemas.microsoft.com/office/drawing/2014/main" id="{35811E15-2A56-7F42-82DD-92F5160C3D8E}"/>
                </a:ext>
              </a:extLst>
            </p:cNvPr>
            <p:cNvPicPr>
              <a:picLocks noChangeAspect="1"/>
            </p:cNvPicPr>
            <p:nvPr/>
          </p:nvPicPr>
          <p:blipFill>
            <a:blip r:embed="rId6"/>
            <a:stretch>
              <a:fillRect/>
            </a:stretch>
          </p:blipFill>
          <p:spPr>
            <a:xfrm>
              <a:off x="4479864" y="1444983"/>
              <a:ext cx="1225430" cy="1225430"/>
            </a:xfrm>
            <a:prstGeom prst="rect">
              <a:avLst/>
            </a:prstGeom>
          </p:spPr>
        </p:pic>
        <p:pic>
          <p:nvPicPr>
            <p:cNvPr id="20" name="Picture 19" descr="A blue and yellow hexagon with a black line&#10;&#10;AI-generated content may be incorrect.">
              <a:extLst>
                <a:ext uri="{FF2B5EF4-FFF2-40B4-BE49-F238E27FC236}">
                  <a16:creationId xmlns:a16="http://schemas.microsoft.com/office/drawing/2014/main" id="{CE945AF0-C031-0265-3A0B-D987F8ABA52E}"/>
                </a:ext>
              </a:extLst>
            </p:cNvPr>
            <p:cNvPicPr>
              <a:picLocks noChangeAspect="1"/>
            </p:cNvPicPr>
            <p:nvPr/>
          </p:nvPicPr>
          <p:blipFill>
            <a:blip r:embed="rId7"/>
            <a:stretch>
              <a:fillRect/>
            </a:stretch>
          </p:blipFill>
          <p:spPr>
            <a:xfrm>
              <a:off x="5773707" y="1444983"/>
              <a:ext cx="1225430" cy="1225430"/>
            </a:xfrm>
            <a:prstGeom prst="rect">
              <a:avLst/>
            </a:prstGeom>
          </p:spPr>
        </p:pic>
        <p:pic>
          <p:nvPicPr>
            <p:cNvPr id="24" name="Picture 23" descr="A colorful hexagon with black lines&#10;&#10;AI-generated content may be incorrect.">
              <a:extLst>
                <a:ext uri="{FF2B5EF4-FFF2-40B4-BE49-F238E27FC236}">
                  <a16:creationId xmlns:a16="http://schemas.microsoft.com/office/drawing/2014/main" id="{9CA1C4CA-50B6-F52B-41BA-51B3230A8EE7}"/>
                </a:ext>
              </a:extLst>
            </p:cNvPr>
            <p:cNvPicPr>
              <a:picLocks noChangeAspect="1"/>
            </p:cNvPicPr>
            <p:nvPr/>
          </p:nvPicPr>
          <p:blipFill>
            <a:blip r:embed="rId8"/>
            <a:stretch>
              <a:fillRect/>
            </a:stretch>
          </p:blipFill>
          <p:spPr>
            <a:xfrm>
              <a:off x="7066136" y="1444983"/>
              <a:ext cx="1225430" cy="1225430"/>
            </a:xfrm>
            <a:prstGeom prst="rect">
              <a:avLst/>
            </a:prstGeom>
          </p:spPr>
        </p:pic>
        <p:pic>
          <p:nvPicPr>
            <p:cNvPr id="28" name="Picture 27" descr="A hexagon with a blue and yellow hexagon&#10;&#10;AI-generated content may be incorrect.">
              <a:extLst>
                <a:ext uri="{FF2B5EF4-FFF2-40B4-BE49-F238E27FC236}">
                  <a16:creationId xmlns:a16="http://schemas.microsoft.com/office/drawing/2014/main" id="{BC2EDDEE-4DCC-CA1E-F336-274EF3D521EF}"/>
                </a:ext>
              </a:extLst>
            </p:cNvPr>
            <p:cNvPicPr>
              <a:picLocks noChangeAspect="1"/>
            </p:cNvPicPr>
            <p:nvPr/>
          </p:nvPicPr>
          <p:blipFill>
            <a:blip r:embed="rId9"/>
            <a:stretch>
              <a:fillRect/>
            </a:stretch>
          </p:blipFill>
          <p:spPr>
            <a:xfrm>
              <a:off x="4495320" y="2816285"/>
              <a:ext cx="1225430" cy="1225430"/>
            </a:xfrm>
            <a:prstGeom prst="rect">
              <a:avLst/>
            </a:prstGeom>
          </p:spPr>
        </p:pic>
        <p:pic>
          <p:nvPicPr>
            <p:cNvPr id="32" name="Picture 31" descr="A hexagon with a blue and yellow center&#10;&#10;AI-generated content may be incorrect.">
              <a:extLst>
                <a:ext uri="{FF2B5EF4-FFF2-40B4-BE49-F238E27FC236}">
                  <a16:creationId xmlns:a16="http://schemas.microsoft.com/office/drawing/2014/main" id="{4A0CB6A9-CDB7-C3B1-08AE-A2451A199753}"/>
                </a:ext>
              </a:extLst>
            </p:cNvPr>
            <p:cNvPicPr>
              <a:picLocks noChangeAspect="1"/>
            </p:cNvPicPr>
            <p:nvPr/>
          </p:nvPicPr>
          <p:blipFill>
            <a:blip r:embed="rId10"/>
            <a:stretch>
              <a:fillRect/>
            </a:stretch>
          </p:blipFill>
          <p:spPr>
            <a:xfrm>
              <a:off x="5797909" y="2816285"/>
              <a:ext cx="1225430" cy="1225430"/>
            </a:xfrm>
            <a:prstGeom prst="rect">
              <a:avLst/>
            </a:prstGeom>
          </p:spPr>
        </p:pic>
      </p:grpSp>
      <p:pic>
        <p:nvPicPr>
          <p:cNvPr id="38" name="Picture 37" descr="A colorful hexagon with a blue square&#10;&#10;AI-generated content may be incorrect.">
            <a:extLst>
              <a:ext uri="{FF2B5EF4-FFF2-40B4-BE49-F238E27FC236}">
                <a16:creationId xmlns:a16="http://schemas.microsoft.com/office/drawing/2014/main" id="{D5013FF1-7169-8624-CBCF-E53AEF028B20}"/>
              </a:ext>
            </a:extLst>
          </p:cNvPr>
          <p:cNvPicPr>
            <a:picLocks noChangeAspect="1"/>
          </p:cNvPicPr>
          <p:nvPr/>
        </p:nvPicPr>
        <p:blipFill>
          <a:blip r:embed="rId11"/>
          <a:stretch>
            <a:fillRect/>
          </a:stretch>
        </p:blipFill>
        <p:spPr>
          <a:xfrm>
            <a:off x="7200" y="4286737"/>
            <a:ext cx="1414885" cy="1414885"/>
          </a:xfrm>
          <a:prstGeom prst="rect">
            <a:avLst/>
          </a:prstGeom>
        </p:spPr>
      </p:pic>
      <p:pic>
        <p:nvPicPr>
          <p:cNvPr id="40" name="Picture 39" descr="A colorful hexagon with a blue square&#10;&#10;AI-generated content may be incorrect.">
            <a:extLst>
              <a:ext uri="{FF2B5EF4-FFF2-40B4-BE49-F238E27FC236}">
                <a16:creationId xmlns:a16="http://schemas.microsoft.com/office/drawing/2014/main" id="{117CC41E-88AC-F5F9-50E5-3A7B1396A899}"/>
              </a:ext>
            </a:extLst>
          </p:cNvPr>
          <p:cNvPicPr>
            <a:picLocks noChangeAspect="1"/>
          </p:cNvPicPr>
          <p:nvPr/>
        </p:nvPicPr>
        <p:blipFill>
          <a:blip r:embed="rId12"/>
          <a:stretch>
            <a:fillRect/>
          </a:stretch>
        </p:blipFill>
        <p:spPr>
          <a:xfrm>
            <a:off x="1473913" y="4295072"/>
            <a:ext cx="1414885" cy="1414885"/>
          </a:xfrm>
          <a:prstGeom prst="rect">
            <a:avLst/>
          </a:prstGeom>
        </p:spPr>
      </p:pic>
      <p:pic>
        <p:nvPicPr>
          <p:cNvPr id="42" name="Picture 41" descr="A colorful hexagon with a blue square&#10;&#10;AI-generated content may be incorrect.">
            <a:extLst>
              <a:ext uri="{FF2B5EF4-FFF2-40B4-BE49-F238E27FC236}">
                <a16:creationId xmlns:a16="http://schemas.microsoft.com/office/drawing/2014/main" id="{B2B504C7-F761-98DE-ECDE-9A64F41E26FD}"/>
              </a:ext>
            </a:extLst>
          </p:cNvPr>
          <p:cNvPicPr>
            <a:picLocks noChangeAspect="1"/>
          </p:cNvPicPr>
          <p:nvPr/>
        </p:nvPicPr>
        <p:blipFill>
          <a:blip r:embed="rId13"/>
          <a:stretch>
            <a:fillRect/>
          </a:stretch>
        </p:blipFill>
        <p:spPr>
          <a:xfrm>
            <a:off x="2993351" y="4286738"/>
            <a:ext cx="1414885" cy="1414885"/>
          </a:xfrm>
          <a:prstGeom prst="rect">
            <a:avLst/>
          </a:prstGeom>
        </p:spPr>
      </p:pic>
      <p:pic>
        <p:nvPicPr>
          <p:cNvPr id="44" name="Picture 43" descr="A colorful hexagon with a blue square&#10;&#10;AI-generated content may be incorrect.">
            <a:extLst>
              <a:ext uri="{FF2B5EF4-FFF2-40B4-BE49-F238E27FC236}">
                <a16:creationId xmlns:a16="http://schemas.microsoft.com/office/drawing/2014/main" id="{062D97F2-9DAD-7C9F-F541-6B0CC3DA9B70}"/>
              </a:ext>
            </a:extLst>
          </p:cNvPr>
          <p:cNvPicPr>
            <a:picLocks noChangeAspect="1"/>
          </p:cNvPicPr>
          <p:nvPr/>
        </p:nvPicPr>
        <p:blipFill>
          <a:blip r:embed="rId14"/>
          <a:stretch>
            <a:fillRect/>
          </a:stretch>
        </p:blipFill>
        <p:spPr>
          <a:xfrm>
            <a:off x="4484915" y="4286738"/>
            <a:ext cx="1414885" cy="1414885"/>
          </a:xfrm>
          <a:prstGeom prst="rect">
            <a:avLst/>
          </a:prstGeom>
        </p:spPr>
      </p:pic>
      <p:pic>
        <p:nvPicPr>
          <p:cNvPr id="46" name="Picture 45" descr="A colorful hexagon with a blue square&#10;&#10;AI-generated content may be incorrect.">
            <a:extLst>
              <a:ext uri="{FF2B5EF4-FFF2-40B4-BE49-F238E27FC236}">
                <a16:creationId xmlns:a16="http://schemas.microsoft.com/office/drawing/2014/main" id="{AA03CE85-7DA8-D276-D925-ED8484A2B533}"/>
              </a:ext>
            </a:extLst>
          </p:cNvPr>
          <p:cNvPicPr>
            <a:picLocks noChangeAspect="1"/>
          </p:cNvPicPr>
          <p:nvPr/>
        </p:nvPicPr>
        <p:blipFill>
          <a:blip r:embed="rId15"/>
          <a:stretch>
            <a:fillRect/>
          </a:stretch>
        </p:blipFill>
        <p:spPr>
          <a:xfrm>
            <a:off x="5966694" y="4269596"/>
            <a:ext cx="1414885" cy="1414885"/>
          </a:xfrm>
          <a:prstGeom prst="rect">
            <a:avLst/>
          </a:prstGeom>
        </p:spPr>
      </p:pic>
      <p:pic>
        <p:nvPicPr>
          <p:cNvPr id="48" name="Picture 47" descr="A colorful image of a hexagon&#10;&#10;AI-generated content may be incorrect.">
            <a:extLst>
              <a:ext uri="{FF2B5EF4-FFF2-40B4-BE49-F238E27FC236}">
                <a16:creationId xmlns:a16="http://schemas.microsoft.com/office/drawing/2014/main" id="{1E3FC554-5CEC-DCAC-D337-3CB7FC20E798}"/>
              </a:ext>
            </a:extLst>
          </p:cNvPr>
          <p:cNvPicPr>
            <a:picLocks noChangeAspect="1"/>
          </p:cNvPicPr>
          <p:nvPr/>
        </p:nvPicPr>
        <p:blipFill>
          <a:blip r:embed="rId16"/>
          <a:stretch>
            <a:fillRect/>
          </a:stretch>
        </p:blipFill>
        <p:spPr>
          <a:xfrm>
            <a:off x="7444366" y="4269596"/>
            <a:ext cx="1414885" cy="1414885"/>
          </a:xfrm>
          <a:prstGeom prst="rect">
            <a:avLst/>
          </a:prstGeom>
        </p:spPr>
      </p:pic>
      <p:pic>
        <p:nvPicPr>
          <p:cNvPr id="50" name="Picture 49" descr="A colorful hexagon with a triangle&#10;&#10;AI-generated content may be incorrect.">
            <a:extLst>
              <a:ext uri="{FF2B5EF4-FFF2-40B4-BE49-F238E27FC236}">
                <a16:creationId xmlns:a16="http://schemas.microsoft.com/office/drawing/2014/main" id="{7C5936D4-7C7A-2537-277B-24F18CB9F211}"/>
              </a:ext>
            </a:extLst>
          </p:cNvPr>
          <p:cNvPicPr>
            <a:picLocks noChangeAspect="1"/>
          </p:cNvPicPr>
          <p:nvPr/>
        </p:nvPicPr>
        <p:blipFill>
          <a:blip r:embed="rId17"/>
          <a:stretch>
            <a:fillRect/>
          </a:stretch>
        </p:blipFill>
        <p:spPr>
          <a:xfrm>
            <a:off x="8963804" y="4269596"/>
            <a:ext cx="1414885" cy="1414885"/>
          </a:xfrm>
          <a:prstGeom prst="rect">
            <a:avLst/>
          </a:prstGeom>
        </p:spPr>
      </p:pic>
      <p:pic>
        <p:nvPicPr>
          <p:cNvPr id="52" name="Picture 51" descr="A colorful hexagon with a blue square&#10;&#10;AI-generated content may be incorrect.">
            <a:extLst>
              <a:ext uri="{FF2B5EF4-FFF2-40B4-BE49-F238E27FC236}">
                <a16:creationId xmlns:a16="http://schemas.microsoft.com/office/drawing/2014/main" id="{F66E12EA-8DF7-1060-E8B9-6B41E87F7D2F}"/>
              </a:ext>
            </a:extLst>
          </p:cNvPr>
          <p:cNvPicPr>
            <a:picLocks noChangeAspect="1"/>
          </p:cNvPicPr>
          <p:nvPr/>
        </p:nvPicPr>
        <p:blipFill>
          <a:blip r:embed="rId18"/>
          <a:stretch>
            <a:fillRect/>
          </a:stretch>
        </p:blipFill>
        <p:spPr>
          <a:xfrm>
            <a:off x="10482053" y="4269596"/>
            <a:ext cx="1414885" cy="1414885"/>
          </a:xfrm>
          <a:prstGeom prst="rect">
            <a:avLst/>
          </a:prstGeom>
        </p:spPr>
      </p:pic>
      <p:sp>
        <p:nvSpPr>
          <p:cNvPr id="53" name="TextBox 52">
            <a:extLst>
              <a:ext uri="{FF2B5EF4-FFF2-40B4-BE49-F238E27FC236}">
                <a16:creationId xmlns:a16="http://schemas.microsoft.com/office/drawing/2014/main" id="{988A3196-AF79-0BEE-E16E-583B18B622A7}"/>
              </a:ext>
            </a:extLst>
          </p:cNvPr>
          <p:cNvSpPr txBox="1"/>
          <p:nvPr/>
        </p:nvSpPr>
        <p:spPr>
          <a:xfrm>
            <a:off x="647531" y="5780385"/>
            <a:ext cx="10817385" cy="369332"/>
          </a:xfrm>
          <a:prstGeom prst="rect">
            <a:avLst/>
          </a:prstGeom>
          <a:noFill/>
        </p:spPr>
        <p:txBody>
          <a:bodyPr wrap="none" rtlCol="0">
            <a:spAutoFit/>
          </a:bodyPr>
          <a:lstStyle/>
          <a:p>
            <a:pPr marL="0" algn="l" defTabSz="914400" eaLnBrk="1" latinLnBrk="0" hangingPunct="1"/>
            <a:r>
              <a:rPr lang="he-IL" dirty="0"/>
              <a:t>0 </a:t>
            </a:r>
            <a:r>
              <a:rPr lang="en-US" dirty="0"/>
              <a:t>                           1                              2                            3                           4                            5                                6                                  7</a:t>
            </a:r>
            <a:endParaRPr lang="en-IL" dirty="0"/>
          </a:p>
        </p:txBody>
      </p:sp>
    </p:spTree>
    <p:extLst>
      <p:ext uri="{BB962C8B-B14F-4D97-AF65-F5344CB8AC3E}">
        <p14:creationId xmlns:p14="http://schemas.microsoft.com/office/powerpoint/2010/main" val="6131078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3F8802F-292B-D47A-F354-3B06ABBAE315}"/>
              </a:ext>
            </a:extLst>
          </p:cNvPr>
          <p:cNvSpPr txBox="1"/>
          <p:nvPr/>
        </p:nvSpPr>
        <p:spPr>
          <a:xfrm>
            <a:off x="320056" y="344266"/>
            <a:ext cx="4350797" cy="1200329"/>
          </a:xfrm>
          <a:prstGeom prst="rect">
            <a:avLst/>
          </a:prstGeom>
          <a:noFill/>
        </p:spPr>
        <p:txBody>
          <a:bodyPr wrap="square" rtlCol="0">
            <a:spAutoFit/>
          </a:bodyPr>
          <a:lstStyle/>
          <a:p>
            <a:pPr marL="0" algn="l" defTabSz="914400" eaLnBrk="1" latinLnBrk="0" hangingPunct="1"/>
            <a:r>
              <a:rPr lang="en-US" dirty="0"/>
              <a:t>OS-869</a:t>
            </a:r>
          </a:p>
          <a:p>
            <a:r>
              <a:rPr lang="en-US" dirty="0" err="1"/>
              <a:t>in_distribute_four_out_center_single</a:t>
            </a:r>
            <a:endParaRPr lang="en-US" dirty="0"/>
          </a:p>
          <a:p>
            <a:r>
              <a:rPr lang="en-US" dirty="0"/>
              <a:t>pred: 5</a:t>
            </a:r>
          </a:p>
          <a:p>
            <a:pPr marL="0" algn="l" defTabSz="914400" eaLnBrk="1" latinLnBrk="0" hangingPunct="1"/>
            <a:r>
              <a:rPr lang="en-US" dirty="0"/>
              <a:t>true: 5</a:t>
            </a:r>
            <a:endParaRPr lang="en-IL" dirty="0"/>
          </a:p>
        </p:txBody>
      </p:sp>
      <p:pic>
        <p:nvPicPr>
          <p:cNvPr id="3" name="Picture 2">
            <a:extLst>
              <a:ext uri="{FF2B5EF4-FFF2-40B4-BE49-F238E27FC236}">
                <a16:creationId xmlns:a16="http://schemas.microsoft.com/office/drawing/2014/main" id="{0837574F-91F8-B84B-1493-31766959728C}"/>
              </a:ext>
            </a:extLst>
          </p:cNvPr>
          <p:cNvPicPr>
            <a:picLocks noChangeAspect="1"/>
          </p:cNvPicPr>
          <p:nvPr/>
        </p:nvPicPr>
        <p:blipFill>
          <a:blip r:embed="rId2"/>
          <a:stretch>
            <a:fillRect/>
          </a:stretch>
        </p:blipFill>
        <p:spPr>
          <a:xfrm>
            <a:off x="4670852" y="244733"/>
            <a:ext cx="4609071" cy="4661646"/>
          </a:xfrm>
          <a:prstGeom prst="rect">
            <a:avLst/>
          </a:prstGeom>
        </p:spPr>
      </p:pic>
      <p:pic>
        <p:nvPicPr>
          <p:cNvPr id="4" name="Picture 3">
            <a:extLst>
              <a:ext uri="{FF2B5EF4-FFF2-40B4-BE49-F238E27FC236}">
                <a16:creationId xmlns:a16="http://schemas.microsoft.com/office/drawing/2014/main" id="{2FD11F1E-A8BD-F966-5BB0-FAB297CBB8C3}"/>
              </a:ext>
            </a:extLst>
          </p:cNvPr>
          <p:cNvPicPr>
            <a:picLocks noChangeAspect="1"/>
          </p:cNvPicPr>
          <p:nvPr/>
        </p:nvPicPr>
        <p:blipFill>
          <a:blip r:embed="rId3"/>
          <a:stretch>
            <a:fillRect/>
          </a:stretch>
        </p:blipFill>
        <p:spPr>
          <a:xfrm>
            <a:off x="1307756" y="4906378"/>
            <a:ext cx="10433200" cy="1607355"/>
          </a:xfrm>
          <a:prstGeom prst="rect">
            <a:avLst/>
          </a:prstGeom>
        </p:spPr>
      </p:pic>
    </p:spTree>
    <p:extLst>
      <p:ext uri="{BB962C8B-B14F-4D97-AF65-F5344CB8AC3E}">
        <p14:creationId xmlns:p14="http://schemas.microsoft.com/office/powerpoint/2010/main" val="26895708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B13CBA-0CA8-E5D7-5D58-0452E0696B36}"/>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26D344C9-9830-7AA3-83B7-DCD0D5EAF6CB}"/>
              </a:ext>
            </a:extLst>
          </p:cNvPr>
          <p:cNvGrpSpPr/>
          <p:nvPr/>
        </p:nvGrpSpPr>
        <p:grpSpPr>
          <a:xfrm>
            <a:off x="4480697" y="137295"/>
            <a:ext cx="4055763" cy="4026932"/>
            <a:chOff x="4480697" y="137295"/>
            <a:chExt cx="4055763" cy="4026932"/>
          </a:xfrm>
        </p:grpSpPr>
        <p:pic>
          <p:nvPicPr>
            <p:cNvPr id="3" name="Picture 2" descr="A blue and yellow image of hexagons&#10;&#10;AI-generated content may be incorrect.">
              <a:extLst>
                <a:ext uri="{FF2B5EF4-FFF2-40B4-BE49-F238E27FC236}">
                  <a16:creationId xmlns:a16="http://schemas.microsoft.com/office/drawing/2014/main" id="{14270F29-AD94-CF47-CAFB-511BBE86D1B2}"/>
                </a:ext>
              </a:extLst>
            </p:cNvPr>
            <p:cNvPicPr>
              <a:picLocks noChangeAspect="1"/>
            </p:cNvPicPr>
            <p:nvPr/>
          </p:nvPicPr>
          <p:blipFill>
            <a:blip r:embed="rId2"/>
            <a:stretch>
              <a:fillRect/>
            </a:stretch>
          </p:blipFill>
          <p:spPr>
            <a:xfrm>
              <a:off x="4480697" y="137295"/>
              <a:ext cx="1259703" cy="1259703"/>
            </a:xfrm>
            <a:prstGeom prst="rect">
              <a:avLst/>
            </a:prstGeom>
          </p:spPr>
        </p:pic>
        <p:pic>
          <p:nvPicPr>
            <p:cNvPr id="5" name="Picture 4" descr="A blue hexagon with a black square&#10;&#10;AI-generated content may be incorrect.">
              <a:extLst>
                <a:ext uri="{FF2B5EF4-FFF2-40B4-BE49-F238E27FC236}">
                  <a16:creationId xmlns:a16="http://schemas.microsoft.com/office/drawing/2014/main" id="{6C248530-49CF-7FB8-2471-C8A6009E9F57}"/>
                </a:ext>
              </a:extLst>
            </p:cNvPr>
            <p:cNvPicPr>
              <a:picLocks noChangeAspect="1"/>
            </p:cNvPicPr>
            <p:nvPr/>
          </p:nvPicPr>
          <p:blipFill>
            <a:blip r:embed="rId3"/>
            <a:stretch>
              <a:fillRect/>
            </a:stretch>
          </p:blipFill>
          <p:spPr>
            <a:xfrm>
              <a:off x="5878726" y="137296"/>
              <a:ext cx="1259703" cy="1259703"/>
            </a:xfrm>
            <a:prstGeom prst="rect">
              <a:avLst/>
            </a:prstGeom>
          </p:spPr>
        </p:pic>
        <p:pic>
          <p:nvPicPr>
            <p:cNvPr id="7" name="Picture 6" descr="A hexagon with black triangles&#10;&#10;AI-generated content may be incorrect.">
              <a:extLst>
                <a:ext uri="{FF2B5EF4-FFF2-40B4-BE49-F238E27FC236}">
                  <a16:creationId xmlns:a16="http://schemas.microsoft.com/office/drawing/2014/main" id="{B8891646-BEB7-4A55-C0C4-80A38B66732A}"/>
                </a:ext>
              </a:extLst>
            </p:cNvPr>
            <p:cNvPicPr>
              <a:picLocks noChangeAspect="1"/>
            </p:cNvPicPr>
            <p:nvPr/>
          </p:nvPicPr>
          <p:blipFill>
            <a:blip r:embed="rId4"/>
            <a:stretch>
              <a:fillRect/>
            </a:stretch>
          </p:blipFill>
          <p:spPr>
            <a:xfrm>
              <a:off x="7276757" y="137297"/>
              <a:ext cx="1259703" cy="1259703"/>
            </a:xfrm>
            <a:prstGeom prst="rect">
              <a:avLst/>
            </a:prstGeom>
          </p:spPr>
        </p:pic>
        <p:pic>
          <p:nvPicPr>
            <p:cNvPr id="9" name="Picture 8" descr="A blue and yellow image of a triangle with hexagons&#10;&#10;AI-generated content may be incorrect.">
              <a:extLst>
                <a:ext uri="{FF2B5EF4-FFF2-40B4-BE49-F238E27FC236}">
                  <a16:creationId xmlns:a16="http://schemas.microsoft.com/office/drawing/2014/main" id="{C8448533-155E-D813-E681-7292C649256C}"/>
                </a:ext>
              </a:extLst>
            </p:cNvPr>
            <p:cNvPicPr>
              <a:picLocks noChangeAspect="1"/>
            </p:cNvPicPr>
            <p:nvPr/>
          </p:nvPicPr>
          <p:blipFill>
            <a:blip r:embed="rId5"/>
            <a:stretch>
              <a:fillRect/>
            </a:stretch>
          </p:blipFill>
          <p:spPr>
            <a:xfrm>
              <a:off x="4480697" y="1483496"/>
              <a:ext cx="1259703" cy="1259703"/>
            </a:xfrm>
            <a:prstGeom prst="rect">
              <a:avLst/>
            </a:prstGeom>
          </p:spPr>
        </p:pic>
        <p:pic>
          <p:nvPicPr>
            <p:cNvPr id="11" name="Picture 10" descr="A blue and yellow image of a galaxy&#10;&#10;AI-generated content may be incorrect.">
              <a:extLst>
                <a:ext uri="{FF2B5EF4-FFF2-40B4-BE49-F238E27FC236}">
                  <a16:creationId xmlns:a16="http://schemas.microsoft.com/office/drawing/2014/main" id="{39B647E6-2280-8236-46B0-5585F6B7B934}"/>
                </a:ext>
              </a:extLst>
            </p:cNvPr>
            <p:cNvPicPr>
              <a:picLocks noChangeAspect="1"/>
            </p:cNvPicPr>
            <p:nvPr/>
          </p:nvPicPr>
          <p:blipFill>
            <a:blip r:embed="rId6"/>
            <a:stretch>
              <a:fillRect/>
            </a:stretch>
          </p:blipFill>
          <p:spPr>
            <a:xfrm>
              <a:off x="5878727" y="1483496"/>
              <a:ext cx="1259703" cy="1259703"/>
            </a:xfrm>
            <a:prstGeom prst="rect">
              <a:avLst/>
            </a:prstGeom>
          </p:spPr>
        </p:pic>
        <p:pic>
          <p:nvPicPr>
            <p:cNvPr id="13" name="Picture 12" descr="A hexagon with black squares&#10;&#10;AI-generated content may be incorrect.">
              <a:extLst>
                <a:ext uri="{FF2B5EF4-FFF2-40B4-BE49-F238E27FC236}">
                  <a16:creationId xmlns:a16="http://schemas.microsoft.com/office/drawing/2014/main" id="{00A2E8D5-39DD-123A-FBB5-C2611DE2F802}"/>
                </a:ext>
              </a:extLst>
            </p:cNvPr>
            <p:cNvPicPr>
              <a:picLocks noChangeAspect="1"/>
            </p:cNvPicPr>
            <p:nvPr/>
          </p:nvPicPr>
          <p:blipFill>
            <a:blip r:embed="rId7"/>
            <a:stretch>
              <a:fillRect/>
            </a:stretch>
          </p:blipFill>
          <p:spPr>
            <a:xfrm>
              <a:off x="7276757" y="1483497"/>
              <a:ext cx="1259703" cy="1259703"/>
            </a:xfrm>
            <a:prstGeom prst="rect">
              <a:avLst/>
            </a:prstGeom>
          </p:spPr>
        </p:pic>
        <p:pic>
          <p:nvPicPr>
            <p:cNvPr id="15" name="Picture 14" descr="A blue and yellow hexagons&#10;&#10;AI-generated content may be incorrect.">
              <a:extLst>
                <a:ext uri="{FF2B5EF4-FFF2-40B4-BE49-F238E27FC236}">
                  <a16:creationId xmlns:a16="http://schemas.microsoft.com/office/drawing/2014/main" id="{EAD89E7F-7DFD-E54F-A15C-FA331C43D15C}"/>
                </a:ext>
              </a:extLst>
            </p:cNvPr>
            <p:cNvPicPr>
              <a:picLocks noChangeAspect="1"/>
            </p:cNvPicPr>
            <p:nvPr/>
          </p:nvPicPr>
          <p:blipFill>
            <a:blip r:embed="rId8"/>
            <a:stretch>
              <a:fillRect/>
            </a:stretch>
          </p:blipFill>
          <p:spPr>
            <a:xfrm>
              <a:off x="4521200" y="2904523"/>
              <a:ext cx="1259703" cy="1259703"/>
            </a:xfrm>
            <a:prstGeom prst="rect">
              <a:avLst/>
            </a:prstGeom>
          </p:spPr>
        </p:pic>
        <p:pic>
          <p:nvPicPr>
            <p:cNvPr id="17" name="Picture 16" descr="A blue hexagon with yellow and green spots&#10;&#10;AI-generated content may be incorrect.">
              <a:extLst>
                <a:ext uri="{FF2B5EF4-FFF2-40B4-BE49-F238E27FC236}">
                  <a16:creationId xmlns:a16="http://schemas.microsoft.com/office/drawing/2014/main" id="{B2ADFAEF-DFEF-91AA-6542-A0BE72387B7D}"/>
                </a:ext>
              </a:extLst>
            </p:cNvPr>
            <p:cNvPicPr>
              <a:picLocks noChangeAspect="1"/>
            </p:cNvPicPr>
            <p:nvPr/>
          </p:nvPicPr>
          <p:blipFill>
            <a:blip r:embed="rId9"/>
            <a:stretch>
              <a:fillRect/>
            </a:stretch>
          </p:blipFill>
          <p:spPr>
            <a:xfrm>
              <a:off x="5892800" y="2904524"/>
              <a:ext cx="1259703" cy="1259703"/>
            </a:xfrm>
            <a:prstGeom prst="rect">
              <a:avLst/>
            </a:prstGeom>
          </p:spPr>
        </p:pic>
      </p:grpSp>
      <p:pic>
        <p:nvPicPr>
          <p:cNvPr id="6" name="Picture 5" descr="A colorful image of a circle with black dots&#10;&#10;AI-generated content may be incorrect.">
            <a:extLst>
              <a:ext uri="{FF2B5EF4-FFF2-40B4-BE49-F238E27FC236}">
                <a16:creationId xmlns:a16="http://schemas.microsoft.com/office/drawing/2014/main" id="{16E7BB48-91E9-5F8E-393F-D8AC1F9970FA}"/>
              </a:ext>
            </a:extLst>
          </p:cNvPr>
          <p:cNvPicPr>
            <a:picLocks noChangeAspect="1"/>
          </p:cNvPicPr>
          <p:nvPr/>
        </p:nvPicPr>
        <p:blipFill>
          <a:blip r:embed="rId10"/>
          <a:stretch>
            <a:fillRect/>
          </a:stretch>
        </p:blipFill>
        <p:spPr>
          <a:xfrm>
            <a:off x="845406" y="5029886"/>
            <a:ext cx="1259703" cy="1259703"/>
          </a:xfrm>
          <a:prstGeom prst="rect">
            <a:avLst/>
          </a:prstGeom>
        </p:spPr>
      </p:pic>
      <p:pic>
        <p:nvPicPr>
          <p:cNvPr id="10" name="Picture 9" descr="A colorful image of a circle with squares&#10;&#10;AI-generated content may be incorrect.">
            <a:extLst>
              <a:ext uri="{FF2B5EF4-FFF2-40B4-BE49-F238E27FC236}">
                <a16:creationId xmlns:a16="http://schemas.microsoft.com/office/drawing/2014/main" id="{383792BB-5F5F-0D88-DCCC-184018254929}"/>
              </a:ext>
            </a:extLst>
          </p:cNvPr>
          <p:cNvPicPr>
            <a:picLocks noChangeAspect="1"/>
          </p:cNvPicPr>
          <p:nvPr/>
        </p:nvPicPr>
        <p:blipFill>
          <a:blip r:embed="rId11"/>
          <a:stretch>
            <a:fillRect/>
          </a:stretch>
        </p:blipFill>
        <p:spPr>
          <a:xfrm>
            <a:off x="2295609" y="5041900"/>
            <a:ext cx="1259703" cy="1259703"/>
          </a:xfrm>
          <a:prstGeom prst="rect">
            <a:avLst/>
          </a:prstGeom>
        </p:spPr>
      </p:pic>
      <p:pic>
        <p:nvPicPr>
          <p:cNvPr id="14" name="Picture 13" descr="A colorful image of a circle with black triangles&#10;&#10;AI-generated content may be incorrect.">
            <a:extLst>
              <a:ext uri="{FF2B5EF4-FFF2-40B4-BE49-F238E27FC236}">
                <a16:creationId xmlns:a16="http://schemas.microsoft.com/office/drawing/2014/main" id="{9CEA3568-8315-1D8D-7B01-8530E26D67DF}"/>
              </a:ext>
            </a:extLst>
          </p:cNvPr>
          <p:cNvPicPr>
            <a:picLocks noChangeAspect="1"/>
          </p:cNvPicPr>
          <p:nvPr/>
        </p:nvPicPr>
        <p:blipFill>
          <a:blip r:embed="rId12"/>
          <a:stretch>
            <a:fillRect/>
          </a:stretch>
        </p:blipFill>
        <p:spPr>
          <a:xfrm>
            <a:off x="3744438" y="5041900"/>
            <a:ext cx="1259703" cy="1259703"/>
          </a:xfrm>
          <a:prstGeom prst="rect">
            <a:avLst/>
          </a:prstGeom>
        </p:spPr>
      </p:pic>
      <p:pic>
        <p:nvPicPr>
          <p:cNvPr id="18" name="Picture 17" descr="A colorful image of a hexagon&#10;&#10;AI-generated content may be incorrect.">
            <a:extLst>
              <a:ext uri="{FF2B5EF4-FFF2-40B4-BE49-F238E27FC236}">
                <a16:creationId xmlns:a16="http://schemas.microsoft.com/office/drawing/2014/main" id="{47BE262F-871B-9E92-B6E6-07302DF248F1}"/>
              </a:ext>
            </a:extLst>
          </p:cNvPr>
          <p:cNvPicPr>
            <a:picLocks noChangeAspect="1"/>
          </p:cNvPicPr>
          <p:nvPr/>
        </p:nvPicPr>
        <p:blipFill>
          <a:blip r:embed="rId13"/>
          <a:stretch>
            <a:fillRect/>
          </a:stretch>
        </p:blipFill>
        <p:spPr>
          <a:xfrm>
            <a:off x="5110548" y="5041900"/>
            <a:ext cx="1259703" cy="1259703"/>
          </a:xfrm>
          <a:prstGeom prst="rect">
            <a:avLst/>
          </a:prstGeom>
        </p:spPr>
      </p:pic>
      <p:pic>
        <p:nvPicPr>
          <p:cNvPr id="20" name="Picture 19" descr="A colorful image of a circle with squares&#10;&#10;AI-generated content may be incorrect.">
            <a:extLst>
              <a:ext uri="{FF2B5EF4-FFF2-40B4-BE49-F238E27FC236}">
                <a16:creationId xmlns:a16="http://schemas.microsoft.com/office/drawing/2014/main" id="{C4F342CE-EEA3-A9A0-32AD-51EE09400FAB}"/>
              </a:ext>
            </a:extLst>
          </p:cNvPr>
          <p:cNvPicPr>
            <a:picLocks noChangeAspect="1"/>
          </p:cNvPicPr>
          <p:nvPr/>
        </p:nvPicPr>
        <p:blipFill>
          <a:blip r:embed="rId14"/>
          <a:stretch>
            <a:fillRect/>
          </a:stretch>
        </p:blipFill>
        <p:spPr>
          <a:xfrm>
            <a:off x="6508577" y="5041900"/>
            <a:ext cx="1259703" cy="1259703"/>
          </a:xfrm>
          <a:prstGeom prst="rect">
            <a:avLst/>
          </a:prstGeom>
        </p:spPr>
      </p:pic>
      <p:pic>
        <p:nvPicPr>
          <p:cNvPr id="22" name="Picture 21" descr="A colorful image of a circle with black squares&#10;&#10;AI-generated content may be incorrect.">
            <a:extLst>
              <a:ext uri="{FF2B5EF4-FFF2-40B4-BE49-F238E27FC236}">
                <a16:creationId xmlns:a16="http://schemas.microsoft.com/office/drawing/2014/main" id="{B5966C69-59AC-11A2-1B8B-8197BB59481A}"/>
              </a:ext>
            </a:extLst>
          </p:cNvPr>
          <p:cNvPicPr>
            <a:picLocks noChangeAspect="1"/>
          </p:cNvPicPr>
          <p:nvPr/>
        </p:nvPicPr>
        <p:blipFill>
          <a:blip r:embed="rId15"/>
          <a:stretch>
            <a:fillRect/>
          </a:stretch>
        </p:blipFill>
        <p:spPr>
          <a:xfrm>
            <a:off x="7981093" y="5029886"/>
            <a:ext cx="1259703" cy="1259703"/>
          </a:xfrm>
          <a:prstGeom prst="rect">
            <a:avLst/>
          </a:prstGeom>
        </p:spPr>
      </p:pic>
      <p:pic>
        <p:nvPicPr>
          <p:cNvPr id="24" name="Picture 23" descr="A colorful image of a circle with a black circle and a blue and yellow circle with squares&#10;&#10;AI-generated content may be incorrect.">
            <a:extLst>
              <a:ext uri="{FF2B5EF4-FFF2-40B4-BE49-F238E27FC236}">
                <a16:creationId xmlns:a16="http://schemas.microsoft.com/office/drawing/2014/main" id="{851E6811-0648-41D5-1686-C414EFAB04EE}"/>
              </a:ext>
            </a:extLst>
          </p:cNvPr>
          <p:cNvPicPr>
            <a:picLocks noChangeAspect="1"/>
          </p:cNvPicPr>
          <p:nvPr/>
        </p:nvPicPr>
        <p:blipFill>
          <a:blip r:embed="rId16"/>
          <a:stretch>
            <a:fillRect/>
          </a:stretch>
        </p:blipFill>
        <p:spPr>
          <a:xfrm>
            <a:off x="9377406" y="5029886"/>
            <a:ext cx="1259703" cy="1259703"/>
          </a:xfrm>
          <a:prstGeom prst="rect">
            <a:avLst/>
          </a:prstGeom>
        </p:spPr>
      </p:pic>
      <p:pic>
        <p:nvPicPr>
          <p:cNvPr id="26" name="Picture 25" descr="A colorful image of a circle&#10;&#10;AI-generated content may be incorrect.">
            <a:extLst>
              <a:ext uri="{FF2B5EF4-FFF2-40B4-BE49-F238E27FC236}">
                <a16:creationId xmlns:a16="http://schemas.microsoft.com/office/drawing/2014/main" id="{C65FFBBD-B829-1F42-B749-2A2C4F63B888}"/>
              </a:ext>
            </a:extLst>
          </p:cNvPr>
          <p:cNvPicPr>
            <a:picLocks noChangeAspect="1"/>
          </p:cNvPicPr>
          <p:nvPr/>
        </p:nvPicPr>
        <p:blipFill>
          <a:blip r:embed="rId17"/>
          <a:stretch>
            <a:fillRect/>
          </a:stretch>
        </p:blipFill>
        <p:spPr>
          <a:xfrm>
            <a:off x="10773719" y="5029886"/>
            <a:ext cx="1259703" cy="1259703"/>
          </a:xfrm>
          <a:prstGeom prst="rect">
            <a:avLst/>
          </a:prstGeom>
        </p:spPr>
      </p:pic>
      <p:pic>
        <p:nvPicPr>
          <p:cNvPr id="28" name="Picture 27" descr="A rainbow colored vertical bar&#10;&#10;AI-generated content may be incorrect.">
            <a:extLst>
              <a:ext uri="{FF2B5EF4-FFF2-40B4-BE49-F238E27FC236}">
                <a16:creationId xmlns:a16="http://schemas.microsoft.com/office/drawing/2014/main" id="{133928D6-9E4D-83F5-6B66-5F9ABCDA36AE}"/>
              </a:ext>
            </a:extLst>
          </p:cNvPr>
          <p:cNvPicPr>
            <a:picLocks noChangeAspect="1"/>
          </p:cNvPicPr>
          <p:nvPr/>
        </p:nvPicPr>
        <p:blipFill>
          <a:blip r:embed="rId18"/>
          <a:stretch>
            <a:fillRect/>
          </a:stretch>
        </p:blipFill>
        <p:spPr>
          <a:xfrm>
            <a:off x="11072448" y="555688"/>
            <a:ext cx="959775" cy="3352358"/>
          </a:xfrm>
          <a:prstGeom prst="rect">
            <a:avLst/>
          </a:prstGeom>
        </p:spPr>
      </p:pic>
      <p:sp>
        <p:nvSpPr>
          <p:cNvPr id="29" name="TextBox 28">
            <a:extLst>
              <a:ext uri="{FF2B5EF4-FFF2-40B4-BE49-F238E27FC236}">
                <a16:creationId xmlns:a16="http://schemas.microsoft.com/office/drawing/2014/main" id="{D1C237BF-26E6-E110-130C-1D04107BC3BF}"/>
              </a:ext>
            </a:extLst>
          </p:cNvPr>
          <p:cNvSpPr txBox="1"/>
          <p:nvPr/>
        </p:nvSpPr>
        <p:spPr>
          <a:xfrm>
            <a:off x="857598" y="6299371"/>
            <a:ext cx="10817385" cy="369332"/>
          </a:xfrm>
          <a:prstGeom prst="rect">
            <a:avLst/>
          </a:prstGeom>
          <a:noFill/>
        </p:spPr>
        <p:txBody>
          <a:bodyPr wrap="none" rtlCol="0">
            <a:spAutoFit/>
          </a:bodyPr>
          <a:lstStyle/>
          <a:p>
            <a:pPr marL="0" algn="l" defTabSz="914400" eaLnBrk="1" latinLnBrk="0" hangingPunct="1"/>
            <a:r>
              <a:rPr lang="he-IL" dirty="0"/>
              <a:t>0 </a:t>
            </a:r>
            <a:r>
              <a:rPr lang="en-US" dirty="0"/>
              <a:t>                           1                              2                            3                           4                            5                                6                                  7</a:t>
            </a:r>
            <a:endParaRPr lang="en-IL" dirty="0"/>
          </a:p>
        </p:txBody>
      </p:sp>
    </p:spTree>
    <p:extLst>
      <p:ext uri="{BB962C8B-B14F-4D97-AF65-F5344CB8AC3E}">
        <p14:creationId xmlns:p14="http://schemas.microsoft.com/office/powerpoint/2010/main" val="40118183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137F92-9ABF-576A-8F0E-9814D7F142A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C51B110-47EC-AB8B-2E3A-96D45502CD85}"/>
              </a:ext>
            </a:extLst>
          </p:cNvPr>
          <p:cNvSpPr txBox="1"/>
          <p:nvPr/>
        </p:nvSpPr>
        <p:spPr>
          <a:xfrm>
            <a:off x="320056" y="344266"/>
            <a:ext cx="4350797" cy="1200329"/>
          </a:xfrm>
          <a:prstGeom prst="rect">
            <a:avLst/>
          </a:prstGeom>
          <a:noFill/>
        </p:spPr>
        <p:txBody>
          <a:bodyPr wrap="square" rtlCol="0">
            <a:spAutoFit/>
          </a:bodyPr>
          <a:lstStyle/>
          <a:p>
            <a:pPr marL="0" algn="l" defTabSz="914400" eaLnBrk="1" latinLnBrk="0" hangingPunct="1"/>
            <a:r>
              <a:rPr lang="en-US" dirty="0"/>
              <a:t>OS-6999</a:t>
            </a:r>
          </a:p>
          <a:p>
            <a:r>
              <a:rPr lang="en-US" dirty="0" err="1"/>
              <a:t>in_distribute_four_out_center_single</a:t>
            </a:r>
            <a:endParaRPr lang="en-US" dirty="0"/>
          </a:p>
          <a:p>
            <a:r>
              <a:rPr lang="en-US" dirty="0"/>
              <a:t>pred: 3</a:t>
            </a:r>
          </a:p>
          <a:p>
            <a:pPr marL="0" algn="l" defTabSz="914400" eaLnBrk="1" latinLnBrk="0" hangingPunct="1"/>
            <a:r>
              <a:rPr lang="en-US" dirty="0"/>
              <a:t>true: 3</a:t>
            </a:r>
            <a:endParaRPr lang="en-IL" dirty="0"/>
          </a:p>
        </p:txBody>
      </p:sp>
      <p:pic>
        <p:nvPicPr>
          <p:cNvPr id="5" name="Picture 4">
            <a:extLst>
              <a:ext uri="{FF2B5EF4-FFF2-40B4-BE49-F238E27FC236}">
                <a16:creationId xmlns:a16="http://schemas.microsoft.com/office/drawing/2014/main" id="{7DC5F3E8-C341-211C-CAA0-EBA03955D268}"/>
              </a:ext>
            </a:extLst>
          </p:cNvPr>
          <p:cNvPicPr>
            <a:picLocks noChangeAspect="1"/>
          </p:cNvPicPr>
          <p:nvPr/>
        </p:nvPicPr>
        <p:blipFill>
          <a:blip r:embed="rId2"/>
          <a:stretch>
            <a:fillRect/>
          </a:stretch>
        </p:blipFill>
        <p:spPr>
          <a:xfrm>
            <a:off x="4460790" y="0"/>
            <a:ext cx="4800428" cy="4855186"/>
          </a:xfrm>
          <a:prstGeom prst="rect">
            <a:avLst/>
          </a:prstGeom>
        </p:spPr>
      </p:pic>
      <p:pic>
        <p:nvPicPr>
          <p:cNvPr id="6" name="Picture 5">
            <a:extLst>
              <a:ext uri="{FF2B5EF4-FFF2-40B4-BE49-F238E27FC236}">
                <a16:creationId xmlns:a16="http://schemas.microsoft.com/office/drawing/2014/main" id="{768EB4D9-35F6-83B4-394C-66E99A36EFB8}"/>
              </a:ext>
            </a:extLst>
          </p:cNvPr>
          <p:cNvPicPr>
            <a:picLocks noChangeAspect="1"/>
          </p:cNvPicPr>
          <p:nvPr/>
        </p:nvPicPr>
        <p:blipFill>
          <a:blip r:embed="rId3"/>
          <a:stretch>
            <a:fillRect/>
          </a:stretch>
        </p:blipFill>
        <p:spPr>
          <a:xfrm>
            <a:off x="2308653" y="5107705"/>
            <a:ext cx="9184343" cy="1406029"/>
          </a:xfrm>
          <a:prstGeom prst="rect">
            <a:avLst/>
          </a:prstGeom>
        </p:spPr>
      </p:pic>
    </p:spTree>
    <p:extLst>
      <p:ext uri="{BB962C8B-B14F-4D97-AF65-F5344CB8AC3E}">
        <p14:creationId xmlns:p14="http://schemas.microsoft.com/office/powerpoint/2010/main" val="41903882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541571-84D0-2E40-2622-53758B17627D}"/>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D8C5F317-F026-8FC5-D208-15D58ED36E25}"/>
              </a:ext>
            </a:extLst>
          </p:cNvPr>
          <p:cNvGrpSpPr/>
          <p:nvPr/>
        </p:nvGrpSpPr>
        <p:grpSpPr>
          <a:xfrm>
            <a:off x="4212281" y="344959"/>
            <a:ext cx="3915721" cy="3883111"/>
            <a:chOff x="4212281" y="344959"/>
            <a:chExt cx="3915721" cy="3883111"/>
          </a:xfrm>
        </p:grpSpPr>
        <p:pic>
          <p:nvPicPr>
            <p:cNvPr id="3" name="Picture 2" descr="A blue and yellow background with a triangle&#10;&#10;AI-generated content may be incorrect.">
              <a:extLst>
                <a:ext uri="{FF2B5EF4-FFF2-40B4-BE49-F238E27FC236}">
                  <a16:creationId xmlns:a16="http://schemas.microsoft.com/office/drawing/2014/main" id="{C82138CE-33BE-2B77-A74F-58D2E40DB14D}"/>
                </a:ext>
              </a:extLst>
            </p:cNvPr>
            <p:cNvPicPr>
              <a:picLocks noChangeAspect="1"/>
            </p:cNvPicPr>
            <p:nvPr/>
          </p:nvPicPr>
          <p:blipFill>
            <a:blip r:embed="rId2"/>
            <a:stretch>
              <a:fillRect/>
            </a:stretch>
          </p:blipFill>
          <p:spPr>
            <a:xfrm>
              <a:off x="4212281" y="344959"/>
              <a:ext cx="1224692" cy="1224692"/>
            </a:xfrm>
            <a:prstGeom prst="rect">
              <a:avLst/>
            </a:prstGeom>
          </p:spPr>
        </p:pic>
        <p:pic>
          <p:nvPicPr>
            <p:cNvPr id="5" name="Picture 4" descr="A blue and yellow background with black hexagons&#10;&#10;AI-generated content may be incorrect.">
              <a:extLst>
                <a:ext uri="{FF2B5EF4-FFF2-40B4-BE49-F238E27FC236}">
                  <a16:creationId xmlns:a16="http://schemas.microsoft.com/office/drawing/2014/main" id="{E5EF8C35-64FC-2A93-5BC1-D45DE74CD7A9}"/>
                </a:ext>
              </a:extLst>
            </p:cNvPr>
            <p:cNvPicPr>
              <a:picLocks noChangeAspect="1"/>
            </p:cNvPicPr>
            <p:nvPr/>
          </p:nvPicPr>
          <p:blipFill>
            <a:blip r:embed="rId3"/>
            <a:stretch>
              <a:fillRect/>
            </a:stretch>
          </p:blipFill>
          <p:spPr>
            <a:xfrm>
              <a:off x="5596238" y="344959"/>
              <a:ext cx="1224692" cy="1224692"/>
            </a:xfrm>
            <a:prstGeom prst="rect">
              <a:avLst/>
            </a:prstGeom>
          </p:spPr>
        </p:pic>
        <p:pic>
          <p:nvPicPr>
            <p:cNvPr id="7" name="Picture 6" descr="A blue and yellow background with black squares&#10;&#10;AI-generated content may be incorrect.">
              <a:extLst>
                <a:ext uri="{FF2B5EF4-FFF2-40B4-BE49-F238E27FC236}">
                  <a16:creationId xmlns:a16="http://schemas.microsoft.com/office/drawing/2014/main" id="{C9DE7324-3A0A-3B43-B4E6-2BE3E0A33786}"/>
                </a:ext>
              </a:extLst>
            </p:cNvPr>
            <p:cNvPicPr>
              <a:picLocks noChangeAspect="1"/>
            </p:cNvPicPr>
            <p:nvPr/>
          </p:nvPicPr>
          <p:blipFill>
            <a:blip r:embed="rId4"/>
            <a:stretch>
              <a:fillRect/>
            </a:stretch>
          </p:blipFill>
          <p:spPr>
            <a:xfrm>
              <a:off x="6903310" y="344959"/>
              <a:ext cx="1224692" cy="1224692"/>
            </a:xfrm>
            <a:prstGeom prst="rect">
              <a:avLst/>
            </a:prstGeom>
          </p:spPr>
        </p:pic>
        <p:pic>
          <p:nvPicPr>
            <p:cNvPr id="9" name="Picture 8" descr="A triangle with black squares&#10;&#10;AI-generated content may be incorrect.">
              <a:extLst>
                <a:ext uri="{FF2B5EF4-FFF2-40B4-BE49-F238E27FC236}">
                  <a16:creationId xmlns:a16="http://schemas.microsoft.com/office/drawing/2014/main" id="{39D13452-DA19-9C1C-2D30-C2B3923D02EF}"/>
                </a:ext>
              </a:extLst>
            </p:cNvPr>
            <p:cNvPicPr>
              <a:picLocks noChangeAspect="1"/>
            </p:cNvPicPr>
            <p:nvPr/>
          </p:nvPicPr>
          <p:blipFill>
            <a:blip r:embed="rId5"/>
            <a:stretch>
              <a:fillRect/>
            </a:stretch>
          </p:blipFill>
          <p:spPr>
            <a:xfrm>
              <a:off x="4212281" y="1639329"/>
              <a:ext cx="1224692" cy="1224692"/>
            </a:xfrm>
            <a:prstGeom prst="rect">
              <a:avLst/>
            </a:prstGeom>
          </p:spPr>
        </p:pic>
        <p:pic>
          <p:nvPicPr>
            <p:cNvPr id="11" name="Picture 10" descr="A triangle with circles and dots&#10;&#10;AI-generated content may be incorrect.">
              <a:extLst>
                <a:ext uri="{FF2B5EF4-FFF2-40B4-BE49-F238E27FC236}">
                  <a16:creationId xmlns:a16="http://schemas.microsoft.com/office/drawing/2014/main" id="{C20EF511-6D37-1AA8-0D44-9681AAF0A8BD}"/>
                </a:ext>
              </a:extLst>
            </p:cNvPr>
            <p:cNvPicPr>
              <a:picLocks noChangeAspect="1"/>
            </p:cNvPicPr>
            <p:nvPr/>
          </p:nvPicPr>
          <p:blipFill>
            <a:blip r:embed="rId6"/>
            <a:stretch>
              <a:fillRect/>
            </a:stretch>
          </p:blipFill>
          <p:spPr>
            <a:xfrm>
              <a:off x="5596238" y="1639329"/>
              <a:ext cx="1224692" cy="1224692"/>
            </a:xfrm>
            <a:prstGeom prst="rect">
              <a:avLst/>
            </a:prstGeom>
          </p:spPr>
        </p:pic>
        <p:pic>
          <p:nvPicPr>
            <p:cNvPr id="13" name="Picture 12" descr="A blue and yellow background with black hexagons&#10;&#10;AI-generated content may be incorrect.">
              <a:extLst>
                <a:ext uri="{FF2B5EF4-FFF2-40B4-BE49-F238E27FC236}">
                  <a16:creationId xmlns:a16="http://schemas.microsoft.com/office/drawing/2014/main" id="{C342B5A7-2B32-CA7A-3384-0D1F9151313B}"/>
                </a:ext>
              </a:extLst>
            </p:cNvPr>
            <p:cNvPicPr>
              <a:picLocks noChangeAspect="1"/>
            </p:cNvPicPr>
            <p:nvPr/>
          </p:nvPicPr>
          <p:blipFill>
            <a:blip r:embed="rId7"/>
            <a:stretch>
              <a:fillRect/>
            </a:stretch>
          </p:blipFill>
          <p:spPr>
            <a:xfrm>
              <a:off x="6896446" y="1639329"/>
              <a:ext cx="1224692" cy="1224692"/>
            </a:xfrm>
            <a:prstGeom prst="rect">
              <a:avLst/>
            </a:prstGeom>
          </p:spPr>
        </p:pic>
        <p:pic>
          <p:nvPicPr>
            <p:cNvPr id="15" name="Picture 14" descr="A blue and yellow image of a circle&#10;&#10;AI-generated content may be incorrect.">
              <a:extLst>
                <a:ext uri="{FF2B5EF4-FFF2-40B4-BE49-F238E27FC236}">
                  <a16:creationId xmlns:a16="http://schemas.microsoft.com/office/drawing/2014/main" id="{03DE14DE-7E71-90EB-19BF-06DB56FD4EE0}"/>
                </a:ext>
              </a:extLst>
            </p:cNvPr>
            <p:cNvPicPr>
              <a:picLocks noChangeAspect="1"/>
            </p:cNvPicPr>
            <p:nvPr/>
          </p:nvPicPr>
          <p:blipFill>
            <a:blip r:embed="rId8"/>
            <a:stretch>
              <a:fillRect/>
            </a:stretch>
          </p:blipFill>
          <p:spPr>
            <a:xfrm>
              <a:off x="4212281" y="3003378"/>
              <a:ext cx="1224692" cy="1224692"/>
            </a:xfrm>
            <a:prstGeom prst="rect">
              <a:avLst/>
            </a:prstGeom>
          </p:spPr>
        </p:pic>
        <p:pic>
          <p:nvPicPr>
            <p:cNvPr id="17" name="Picture 16" descr="A blue and yellow background with black squares&#10;&#10;AI-generated content may be incorrect.">
              <a:extLst>
                <a:ext uri="{FF2B5EF4-FFF2-40B4-BE49-F238E27FC236}">
                  <a16:creationId xmlns:a16="http://schemas.microsoft.com/office/drawing/2014/main" id="{A78E7C66-5A33-0921-A976-89284BD88F1A}"/>
                </a:ext>
              </a:extLst>
            </p:cNvPr>
            <p:cNvPicPr>
              <a:picLocks noChangeAspect="1"/>
            </p:cNvPicPr>
            <p:nvPr/>
          </p:nvPicPr>
          <p:blipFill>
            <a:blip r:embed="rId9"/>
            <a:stretch>
              <a:fillRect/>
            </a:stretch>
          </p:blipFill>
          <p:spPr>
            <a:xfrm>
              <a:off x="5596238" y="3003378"/>
              <a:ext cx="1224692" cy="1224692"/>
            </a:xfrm>
            <a:prstGeom prst="rect">
              <a:avLst/>
            </a:prstGeom>
          </p:spPr>
        </p:pic>
      </p:grpSp>
      <p:pic>
        <p:nvPicPr>
          <p:cNvPr id="20" name="Picture 19" descr="A colorful circle with dots&#10;&#10;AI-generated content may be incorrect.">
            <a:extLst>
              <a:ext uri="{FF2B5EF4-FFF2-40B4-BE49-F238E27FC236}">
                <a16:creationId xmlns:a16="http://schemas.microsoft.com/office/drawing/2014/main" id="{D580FCA4-A406-8C41-CF7B-226822FA64BF}"/>
              </a:ext>
            </a:extLst>
          </p:cNvPr>
          <p:cNvPicPr>
            <a:picLocks noChangeAspect="1"/>
          </p:cNvPicPr>
          <p:nvPr/>
        </p:nvPicPr>
        <p:blipFill>
          <a:blip r:embed="rId10"/>
          <a:stretch>
            <a:fillRect/>
          </a:stretch>
        </p:blipFill>
        <p:spPr>
          <a:xfrm>
            <a:off x="54228" y="4955742"/>
            <a:ext cx="1372973" cy="1372973"/>
          </a:xfrm>
          <a:prstGeom prst="rect">
            <a:avLst/>
          </a:prstGeom>
        </p:spPr>
      </p:pic>
      <p:pic>
        <p:nvPicPr>
          <p:cNvPr id="22" name="Picture 21" descr="A hexagon with circles and a blue line&#10;&#10;AI-generated content may be incorrect.">
            <a:extLst>
              <a:ext uri="{FF2B5EF4-FFF2-40B4-BE49-F238E27FC236}">
                <a16:creationId xmlns:a16="http://schemas.microsoft.com/office/drawing/2014/main" id="{9CC774AF-9F70-8298-0808-4F1FD016939D}"/>
              </a:ext>
            </a:extLst>
          </p:cNvPr>
          <p:cNvPicPr>
            <a:picLocks noChangeAspect="1"/>
          </p:cNvPicPr>
          <p:nvPr/>
        </p:nvPicPr>
        <p:blipFill>
          <a:blip r:embed="rId11"/>
          <a:stretch>
            <a:fillRect/>
          </a:stretch>
        </p:blipFill>
        <p:spPr>
          <a:xfrm>
            <a:off x="1499284" y="4955743"/>
            <a:ext cx="1372973" cy="1372973"/>
          </a:xfrm>
          <a:prstGeom prst="rect">
            <a:avLst/>
          </a:prstGeom>
        </p:spPr>
      </p:pic>
      <p:pic>
        <p:nvPicPr>
          <p:cNvPr id="24" name="Picture 23" descr="A colorful circle with black circles&#10;&#10;AI-generated content may be incorrect.">
            <a:extLst>
              <a:ext uri="{FF2B5EF4-FFF2-40B4-BE49-F238E27FC236}">
                <a16:creationId xmlns:a16="http://schemas.microsoft.com/office/drawing/2014/main" id="{8299A726-4A59-17A5-8BBF-CB4D56A0FB95}"/>
              </a:ext>
            </a:extLst>
          </p:cNvPr>
          <p:cNvPicPr>
            <a:picLocks noChangeAspect="1"/>
          </p:cNvPicPr>
          <p:nvPr/>
        </p:nvPicPr>
        <p:blipFill>
          <a:blip r:embed="rId12"/>
          <a:stretch>
            <a:fillRect/>
          </a:stretch>
        </p:blipFill>
        <p:spPr>
          <a:xfrm>
            <a:off x="2983467" y="4955744"/>
            <a:ext cx="1372973" cy="1372973"/>
          </a:xfrm>
          <a:prstGeom prst="rect">
            <a:avLst/>
          </a:prstGeom>
        </p:spPr>
      </p:pic>
      <p:pic>
        <p:nvPicPr>
          <p:cNvPr id="26" name="Picture 25" descr="A colorful circle with dots&#10;&#10;AI-generated content may be incorrect.">
            <a:extLst>
              <a:ext uri="{FF2B5EF4-FFF2-40B4-BE49-F238E27FC236}">
                <a16:creationId xmlns:a16="http://schemas.microsoft.com/office/drawing/2014/main" id="{92568228-663A-2E93-8013-DA7EA0FE6E80}"/>
              </a:ext>
            </a:extLst>
          </p:cNvPr>
          <p:cNvPicPr>
            <a:picLocks noChangeAspect="1"/>
          </p:cNvPicPr>
          <p:nvPr/>
        </p:nvPicPr>
        <p:blipFill>
          <a:blip r:embed="rId13"/>
          <a:stretch>
            <a:fillRect/>
          </a:stretch>
        </p:blipFill>
        <p:spPr>
          <a:xfrm>
            <a:off x="4545912" y="4955745"/>
            <a:ext cx="1372973" cy="1372973"/>
          </a:xfrm>
          <a:prstGeom prst="rect">
            <a:avLst/>
          </a:prstGeom>
        </p:spPr>
      </p:pic>
      <p:pic>
        <p:nvPicPr>
          <p:cNvPr id="28" name="Picture 27" descr="A colorful image of a triangle&#10;&#10;AI-generated content may be incorrect.">
            <a:extLst>
              <a:ext uri="{FF2B5EF4-FFF2-40B4-BE49-F238E27FC236}">
                <a16:creationId xmlns:a16="http://schemas.microsoft.com/office/drawing/2014/main" id="{CE0D9811-35CB-2075-03EE-0C2816D5354F}"/>
              </a:ext>
            </a:extLst>
          </p:cNvPr>
          <p:cNvPicPr>
            <a:picLocks noChangeAspect="1"/>
          </p:cNvPicPr>
          <p:nvPr/>
        </p:nvPicPr>
        <p:blipFill>
          <a:blip r:embed="rId14"/>
          <a:stretch>
            <a:fillRect/>
          </a:stretch>
        </p:blipFill>
        <p:spPr>
          <a:xfrm>
            <a:off x="6041080" y="4955745"/>
            <a:ext cx="1372973" cy="1372973"/>
          </a:xfrm>
          <a:prstGeom prst="rect">
            <a:avLst/>
          </a:prstGeom>
        </p:spPr>
      </p:pic>
      <p:pic>
        <p:nvPicPr>
          <p:cNvPr id="30" name="Picture 29" descr="A close-up of a circle&#10;&#10;AI-generated content may be incorrect.">
            <a:extLst>
              <a:ext uri="{FF2B5EF4-FFF2-40B4-BE49-F238E27FC236}">
                <a16:creationId xmlns:a16="http://schemas.microsoft.com/office/drawing/2014/main" id="{372B8359-3A0B-52D7-7628-F316994E158E}"/>
              </a:ext>
            </a:extLst>
          </p:cNvPr>
          <p:cNvPicPr>
            <a:picLocks noChangeAspect="1"/>
          </p:cNvPicPr>
          <p:nvPr/>
        </p:nvPicPr>
        <p:blipFill>
          <a:blip r:embed="rId15"/>
          <a:stretch>
            <a:fillRect/>
          </a:stretch>
        </p:blipFill>
        <p:spPr>
          <a:xfrm>
            <a:off x="7536248" y="4955745"/>
            <a:ext cx="1372973" cy="1372973"/>
          </a:xfrm>
          <a:prstGeom prst="rect">
            <a:avLst/>
          </a:prstGeom>
        </p:spPr>
      </p:pic>
      <p:pic>
        <p:nvPicPr>
          <p:cNvPr id="32" name="Picture 31" descr="A colorful circle with black dots&#10;&#10;AI-generated content may be incorrect.">
            <a:extLst>
              <a:ext uri="{FF2B5EF4-FFF2-40B4-BE49-F238E27FC236}">
                <a16:creationId xmlns:a16="http://schemas.microsoft.com/office/drawing/2014/main" id="{F4940177-E569-F63D-2E3B-64B762A803A4}"/>
              </a:ext>
            </a:extLst>
          </p:cNvPr>
          <p:cNvPicPr>
            <a:picLocks noChangeAspect="1"/>
          </p:cNvPicPr>
          <p:nvPr/>
        </p:nvPicPr>
        <p:blipFill>
          <a:blip r:embed="rId16"/>
          <a:stretch>
            <a:fillRect/>
          </a:stretch>
        </p:blipFill>
        <p:spPr>
          <a:xfrm>
            <a:off x="9031416" y="4958491"/>
            <a:ext cx="1372973" cy="1372973"/>
          </a:xfrm>
          <a:prstGeom prst="rect">
            <a:avLst/>
          </a:prstGeom>
        </p:spPr>
      </p:pic>
      <p:pic>
        <p:nvPicPr>
          <p:cNvPr id="34" name="Picture 33" descr="A colorful circle with circles in it&#10;&#10;AI-generated content may be incorrect.">
            <a:extLst>
              <a:ext uri="{FF2B5EF4-FFF2-40B4-BE49-F238E27FC236}">
                <a16:creationId xmlns:a16="http://schemas.microsoft.com/office/drawing/2014/main" id="{0C0B4F6D-C7F1-041E-1AEC-F791882DAE06}"/>
              </a:ext>
            </a:extLst>
          </p:cNvPr>
          <p:cNvPicPr>
            <a:picLocks noChangeAspect="1"/>
          </p:cNvPicPr>
          <p:nvPr/>
        </p:nvPicPr>
        <p:blipFill>
          <a:blip r:embed="rId17"/>
          <a:stretch>
            <a:fillRect/>
          </a:stretch>
        </p:blipFill>
        <p:spPr>
          <a:xfrm>
            <a:off x="10526584" y="4955746"/>
            <a:ext cx="1372973" cy="1372973"/>
          </a:xfrm>
          <a:prstGeom prst="rect">
            <a:avLst/>
          </a:prstGeom>
        </p:spPr>
      </p:pic>
      <p:pic>
        <p:nvPicPr>
          <p:cNvPr id="35" name="Picture 34" descr="A rainbow colored vertical bar&#10;&#10;AI-generated content may be incorrect.">
            <a:extLst>
              <a:ext uri="{FF2B5EF4-FFF2-40B4-BE49-F238E27FC236}">
                <a16:creationId xmlns:a16="http://schemas.microsoft.com/office/drawing/2014/main" id="{8870D1A1-57DE-1B7C-D678-7AD0F77C2E43}"/>
              </a:ext>
            </a:extLst>
          </p:cNvPr>
          <p:cNvPicPr>
            <a:picLocks noChangeAspect="1"/>
          </p:cNvPicPr>
          <p:nvPr/>
        </p:nvPicPr>
        <p:blipFill>
          <a:blip r:embed="rId18"/>
          <a:stretch>
            <a:fillRect/>
          </a:stretch>
        </p:blipFill>
        <p:spPr>
          <a:xfrm>
            <a:off x="10862381" y="36702"/>
            <a:ext cx="959775" cy="3352358"/>
          </a:xfrm>
          <a:prstGeom prst="rect">
            <a:avLst/>
          </a:prstGeom>
        </p:spPr>
      </p:pic>
      <p:sp>
        <p:nvSpPr>
          <p:cNvPr id="36" name="TextBox 35">
            <a:extLst>
              <a:ext uri="{FF2B5EF4-FFF2-40B4-BE49-F238E27FC236}">
                <a16:creationId xmlns:a16="http://schemas.microsoft.com/office/drawing/2014/main" id="{05767A05-D985-6E66-68F4-F4DA020866B4}"/>
              </a:ext>
            </a:extLst>
          </p:cNvPr>
          <p:cNvSpPr txBox="1"/>
          <p:nvPr/>
        </p:nvSpPr>
        <p:spPr>
          <a:xfrm>
            <a:off x="647531" y="6410581"/>
            <a:ext cx="10817385" cy="369332"/>
          </a:xfrm>
          <a:prstGeom prst="rect">
            <a:avLst/>
          </a:prstGeom>
          <a:noFill/>
        </p:spPr>
        <p:txBody>
          <a:bodyPr wrap="none" rtlCol="0">
            <a:spAutoFit/>
          </a:bodyPr>
          <a:lstStyle/>
          <a:p>
            <a:pPr marL="0" algn="l" defTabSz="914400" eaLnBrk="1" latinLnBrk="0" hangingPunct="1"/>
            <a:r>
              <a:rPr lang="he-IL" dirty="0"/>
              <a:t>0 </a:t>
            </a:r>
            <a:r>
              <a:rPr lang="en-US" dirty="0"/>
              <a:t>                           1                              2                            3                           4                            5                                6                                  7</a:t>
            </a:r>
            <a:endParaRPr lang="en-IL" dirty="0"/>
          </a:p>
        </p:txBody>
      </p:sp>
    </p:spTree>
    <p:extLst>
      <p:ext uri="{BB962C8B-B14F-4D97-AF65-F5344CB8AC3E}">
        <p14:creationId xmlns:p14="http://schemas.microsoft.com/office/powerpoint/2010/main" val="18286319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20D8279-4F06-1E6E-ADB0-7841E8B04726}"/>
              </a:ext>
            </a:extLst>
          </p:cNvPr>
          <p:cNvSpPr txBox="1"/>
          <p:nvPr/>
        </p:nvSpPr>
        <p:spPr>
          <a:xfrm>
            <a:off x="461577" y="634532"/>
            <a:ext cx="1520480" cy="1200329"/>
          </a:xfrm>
          <a:prstGeom prst="rect">
            <a:avLst/>
          </a:prstGeom>
          <a:noFill/>
        </p:spPr>
        <p:txBody>
          <a:bodyPr wrap="square" rtlCol="0">
            <a:spAutoFit/>
          </a:bodyPr>
          <a:lstStyle/>
          <a:p>
            <a:pPr marL="0" algn="l" defTabSz="914400" eaLnBrk="1" latinLnBrk="0" hangingPunct="1"/>
            <a:r>
              <a:rPr lang="en-US" dirty="0"/>
              <a:t>LLM-4088</a:t>
            </a:r>
          </a:p>
          <a:p>
            <a:pPr marL="0" algn="l" defTabSz="914400" eaLnBrk="1" latinLnBrk="0" hangingPunct="1"/>
            <a:r>
              <a:rPr lang="he-IL" dirty="0"/>
              <a:t>distribute_9</a:t>
            </a:r>
            <a:endParaRPr lang="en-US" dirty="0"/>
          </a:p>
          <a:p>
            <a:pPr marL="0" algn="l" defTabSz="914400" eaLnBrk="1" latinLnBrk="0" hangingPunct="1"/>
            <a:r>
              <a:rPr lang="en-US" dirty="0"/>
              <a:t>pred: </a:t>
            </a:r>
            <a:r>
              <a:rPr lang="he-IL" dirty="0"/>
              <a:t>5</a:t>
            </a:r>
            <a:endParaRPr lang="en-US" dirty="0"/>
          </a:p>
          <a:p>
            <a:pPr marL="0" algn="l" defTabSz="914400" eaLnBrk="1" latinLnBrk="0" hangingPunct="1"/>
            <a:r>
              <a:rPr lang="en-US" dirty="0"/>
              <a:t>true: </a:t>
            </a:r>
            <a:r>
              <a:rPr lang="he-IL" dirty="0"/>
              <a:t>5</a:t>
            </a:r>
            <a:endParaRPr lang="en-IL" dirty="0"/>
          </a:p>
        </p:txBody>
      </p:sp>
      <p:pic>
        <p:nvPicPr>
          <p:cNvPr id="5" name="Picture 4">
            <a:extLst>
              <a:ext uri="{FF2B5EF4-FFF2-40B4-BE49-F238E27FC236}">
                <a16:creationId xmlns:a16="http://schemas.microsoft.com/office/drawing/2014/main" id="{7E6F5528-9A09-4FD0-FD72-8F75EDC6C539}"/>
              </a:ext>
            </a:extLst>
          </p:cNvPr>
          <p:cNvPicPr>
            <a:picLocks noChangeAspect="1"/>
          </p:cNvPicPr>
          <p:nvPr/>
        </p:nvPicPr>
        <p:blipFill>
          <a:blip r:embed="rId2"/>
          <a:srcRect l="548" t="936" r="63073" b="30219"/>
          <a:stretch>
            <a:fillRect/>
          </a:stretch>
        </p:blipFill>
        <p:spPr>
          <a:xfrm>
            <a:off x="3960962" y="224287"/>
            <a:ext cx="4270075" cy="4304581"/>
          </a:xfrm>
          <a:prstGeom prst="rect">
            <a:avLst/>
          </a:prstGeom>
        </p:spPr>
      </p:pic>
      <p:pic>
        <p:nvPicPr>
          <p:cNvPr id="6" name="Picture 5">
            <a:extLst>
              <a:ext uri="{FF2B5EF4-FFF2-40B4-BE49-F238E27FC236}">
                <a16:creationId xmlns:a16="http://schemas.microsoft.com/office/drawing/2014/main" id="{3A599848-5588-37DC-7443-8C1A68BF6BAD}"/>
              </a:ext>
            </a:extLst>
          </p:cNvPr>
          <p:cNvPicPr>
            <a:picLocks noChangeAspect="1"/>
          </p:cNvPicPr>
          <p:nvPr/>
        </p:nvPicPr>
        <p:blipFill>
          <a:blip r:embed="rId2"/>
          <a:srcRect l="622" t="70747" r="677" b="970"/>
          <a:stretch>
            <a:fillRect/>
          </a:stretch>
        </p:blipFill>
        <p:spPr>
          <a:xfrm>
            <a:off x="198408" y="4701396"/>
            <a:ext cx="11585276" cy="1768415"/>
          </a:xfrm>
          <a:prstGeom prst="rect">
            <a:avLst/>
          </a:prstGeom>
        </p:spPr>
      </p:pic>
    </p:spTree>
    <p:extLst>
      <p:ext uri="{BB962C8B-B14F-4D97-AF65-F5344CB8AC3E}">
        <p14:creationId xmlns:p14="http://schemas.microsoft.com/office/powerpoint/2010/main" val="23893427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1B6EA93-C07D-3C60-A320-D6438F8A7A60}"/>
              </a:ext>
            </a:extLst>
          </p:cNvPr>
          <p:cNvSpPr txBox="1"/>
          <p:nvPr/>
        </p:nvSpPr>
        <p:spPr>
          <a:xfrm>
            <a:off x="152399" y="285611"/>
            <a:ext cx="9237785" cy="5909310"/>
          </a:xfrm>
          <a:prstGeom prst="rect">
            <a:avLst/>
          </a:prstGeom>
          <a:noFill/>
        </p:spPr>
        <p:txBody>
          <a:bodyPr wrap="square">
            <a:spAutoFit/>
          </a:bodyPr>
          <a:lstStyle/>
          <a:p>
            <a:r>
              <a:rPr lang="en-US" sz="1400" dirty="0"/>
              <a:t>Row Pattern Analysis:</a:t>
            </a:r>
          </a:p>
          <a:p>
            <a:r>
              <a:rPr lang="en-US" sz="1400" dirty="0"/>
              <a:t>- Row 1: 4 black pentagons → 4 gray squares/diamonds → 6 light gray triangles</a:t>
            </a:r>
          </a:p>
          <a:p>
            <a:r>
              <a:rPr lang="en-US" sz="1400" dirty="0"/>
              <a:t>- Row 2: 1 gray pentagon → 3 gray diamonds → 4 black triangles (1 up, 3 down)</a:t>
            </a:r>
          </a:p>
          <a:p>
            <a:r>
              <a:rPr lang="en-US" sz="1400" dirty="0"/>
              <a:t>- Row 3: 3 gray hexagons → 7 black pentagons → ?</a:t>
            </a:r>
          </a:p>
          <a:p>
            <a:endParaRPr lang="en-US" sz="1400" dirty="0"/>
          </a:p>
          <a:p>
            <a:r>
              <a:rPr lang="en-US" sz="1400" dirty="0"/>
              <a:t>Column Pattern Analysis:</a:t>
            </a:r>
          </a:p>
          <a:p>
            <a:r>
              <a:rPr lang="en-US" sz="1400" dirty="0"/>
              <a:t>-  In each column, the top two cells contain the same shape type </a:t>
            </a:r>
          </a:p>
          <a:p>
            <a:r>
              <a:rPr lang="en-US" sz="1400" dirty="0"/>
              <a:t>-  In each column, the shape in the bottom cell has a greater number of sides than the shapes in the top cells</a:t>
            </a:r>
          </a:p>
          <a:p>
            <a:r>
              <a:rPr lang="en-US" sz="1400" dirty="0"/>
              <a:t>Column 1: Top cells contain a pentagon (5 sides), bottom cell contains a hexagon (6 sides)</a:t>
            </a:r>
          </a:p>
          <a:p>
            <a:r>
              <a:rPr lang="en-US" sz="1400" dirty="0"/>
              <a:t>Column 2: Top cells contain a square (4 sides), bottom cell contains a pentagon (5 sides)</a:t>
            </a:r>
          </a:p>
          <a:p>
            <a:r>
              <a:rPr lang="en-US" sz="1400" dirty="0"/>
              <a:t>Column 3: Top cells contain a triangle (3 sides), bottom cell must contain a square (4 sides) to maintain the consistency seen in the matrix.</a:t>
            </a:r>
          </a:p>
          <a:p>
            <a:endParaRPr lang="en-US" sz="1400" dirty="0"/>
          </a:p>
          <a:p>
            <a:endParaRPr lang="en-US" sz="1400" dirty="0"/>
          </a:p>
          <a:p>
            <a:r>
              <a:rPr lang="en-US" sz="1400" dirty="0"/>
              <a:t>Logic:</a:t>
            </a:r>
          </a:p>
          <a:p>
            <a:r>
              <a:rPr lang="en-US" sz="1400" dirty="0"/>
              <a:t>1. Color progression and alternation: In Column 3, we see light → black → ? The pattern suggests returning to a gray shade. Looking at the overall matrix, there's often a cycling between light, dark, and gray.</a:t>
            </a:r>
          </a:p>
          <a:p>
            <a:endParaRPr lang="en-US" sz="1400" dirty="0"/>
          </a:p>
          <a:p>
            <a:r>
              <a:rPr lang="en-US" sz="1400" dirty="0"/>
              <a:t>2. Quantity and size variation: Each row contains shapes of uniform colors and sizes in each cell. The missing cell should maintain this pattern.</a:t>
            </a:r>
          </a:p>
          <a:p>
            <a:endParaRPr lang="en-US" sz="1400" dirty="0"/>
          </a:p>
          <a:p>
            <a:r>
              <a:rPr lang="en-US" sz="1400" dirty="0"/>
              <a:t>3. Mixed orientations and arrangements:  Row 2 Col 3 shows triangles in different orientations (up and down). Row 3 Col 3 should likely continue this pattern of varied orientations and positions.</a:t>
            </a:r>
          </a:p>
          <a:p>
            <a:endParaRPr lang="en-US" sz="1400" dirty="0"/>
          </a:p>
          <a:p>
            <a:r>
              <a:rPr lang="en-US" sz="1400" dirty="0"/>
              <a:t>Answer: Choice 5 - This shows multiple squares/diamonds in different orientations and positions, maintaining the triangle theme of Column 3, providing the color progression (returning to lighter/gray tones), and offering the size and positional variety consistent with Row 3's increasing complexity pattern.</a:t>
            </a:r>
          </a:p>
        </p:txBody>
      </p:sp>
    </p:spTree>
    <p:extLst>
      <p:ext uri="{BB962C8B-B14F-4D97-AF65-F5344CB8AC3E}">
        <p14:creationId xmlns:p14="http://schemas.microsoft.com/office/powerpoint/2010/main" val="12210606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9A7F400-58D0-041F-71EA-812A3433FDEF}"/>
              </a:ext>
            </a:extLst>
          </p:cNvPr>
          <p:cNvSpPr txBox="1"/>
          <p:nvPr/>
        </p:nvSpPr>
        <p:spPr>
          <a:xfrm>
            <a:off x="320056" y="344266"/>
            <a:ext cx="4350797" cy="1200329"/>
          </a:xfrm>
          <a:prstGeom prst="rect">
            <a:avLst/>
          </a:prstGeom>
          <a:noFill/>
        </p:spPr>
        <p:txBody>
          <a:bodyPr wrap="square" rtlCol="0">
            <a:spAutoFit/>
          </a:bodyPr>
          <a:lstStyle/>
          <a:p>
            <a:pPr marL="0" algn="l" defTabSz="914400" eaLnBrk="1" latinLnBrk="0" hangingPunct="1"/>
            <a:r>
              <a:rPr lang="en-US" dirty="0"/>
              <a:t>LLM-6569</a:t>
            </a:r>
          </a:p>
          <a:p>
            <a:r>
              <a:rPr lang="en-US" dirty="0" err="1"/>
              <a:t>left_center_single_right_center_single</a:t>
            </a:r>
            <a:endParaRPr lang="en-US" dirty="0"/>
          </a:p>
          <a:p>
            <a:r>
              <a:rPr lang="en-US" dirty="0"/>
              <a:t>pred: </a:t>
            </a:r>
            <a:r>
              <a:rPr lang="he-IL" dirty="0"/>
              <a:t>0</a:t>
            </a:r>
          </a:p>
          <a:p>
            <a:r>
              <a:rPr lang="en-US" dirty="0"/>
              <a:t>true: 0</a:t>
            </a:r>
            <a:endParaRPr lang="en-IL" dirty="0"/>
          </a:p>
        </p:txBody>
      </p:sp>
      <p:pic>
        <p:nvPicPr>
          <p:cNvPr id="3" name="Picture 2">
            <a:extLst>
              <a:ext uri="{FF2B5EF4-FFF2-40B4-BE49-F238E27FC236}">
                <a16:creationId xmlns:a16="http://schemas.microsoft.com/office/drawing/2014/main" id="{45C619F6-51DC-EEBA-0A1D-50022E2459CB}"/>
              </a:ext>
            </a:extLst>
          </p:cNvPr>
          <p:cNvPicPr>
            <a:picLocks noChangeAspect="1"/>
          </p:cNvPicPr>
          <p:nvPr/>
        </p:nvPicPr>
        <p:blipFill>
          <a:blip r:embed="rId2"/>
          <a:stretch>
            <a:fillRect/>
          </a:stretch>
        </p:blipFill>
        <p:spPr>
          <a:xfrm>
            <a:off x="5585254" y="109497"/>
            <a:ext cx="4555879" cy="4660212"/>
          </a:xfrm>
          <a:prstGeom prst="rect">
            <a:avLst/>
          </a:prstGeom>
        </p:spPr>
      </p:pic>
      <p:pic>
        <p:nvPicPr>
          <p:cNvPr id="4" name="Picture 3">
            <a:extLst>
              <a:ext uri="{FF2B5EF4-FFF2-40B4-BE49-F238E27FC236}">
                <a16:creationId xmlns:a16="http://schemas.microsoft.com/office/drawing/2014/main" id="{7D83F9A1-4FE3-3CEB-750F-2684EBBD1728}"/>
              </a:ext>
            </a:extLst>
          </p:cNvPr>
          <p:cNvPicPr>
            <a:picLocks noChangeAspect="1"/>
          </p:cNvPicPr>
          <p:nvPr/>
        </p:nvPicPr>
        <p:blipFill>
          <a:blip r:embed="rId3"/>
          <a:stretch>
            <a:fillRect/>
          </a:stretch>
        </p:blipFill>
        <p:spPr>
          <a:xfrm>
            <a:off x="1374945" y="5087893"/>
            <a:ext cx="10586395" cy="1660611"/>
          </a:xfrm>
          <a:prstGeom prst="rect">
            <a:avLst/>
          </a:prstGeom>
        </p:spPr>
      </p:pic>
    </p:spTree>
    <p:extLst>
      <p:ext uri="{BB962C8B-B14F-4D97-AF65-F5344CB8AC3E}">
        <p14:creationId xmlns:p14="http://schemas.microsoft.com/office/powerpoint/2010/main" val="34201314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BBB0A72-87A4-138E-B6D9-96ACFD2FDBA6}"/>
              </a:ext>
            </a:extLst>
          </p:cNvPr>
          <p:cNvSpPr txBox="1"/>
          <p:nvPr/>
        </p:nvSpPr>
        <p:spPr>
          <a:xfrm>
            <a:off x="342900" y="213459"/>
            <a:ext cx="9207500" cy="5632311"/>
          </a:xfrm>
          <a:prstGeom prst="rect">
            <a:avLst/>
          </a:prstGeom>
          <a:noFill/>
        </p:spPr>
        <p:txBody>
          <a:bodyPr wrap="square">
            <a:spAutoFit/>
          </a:bodyPr>
          <a:lstStyle/>
          <a:p>
            <a:r>
              <a:rPr lang="en-US" sz="1200" dirty="0"/>
              <a:t>1. Left shape pattern across columns:</a:t>
            </a:r>
          </a:p>
          <a:p>
            <a:r>
              <a:rPr lang="en-US" sz="1200" dirty="0"/>
              <a:t>   - Row 1: Circle (gray) → Circle(gray) → Circle (gray)</a:t>
            </a:r>
          </a:p>
          <a:p>
            <a:r>
              <a:rPr lang="en-US" sz="1200" dirty="0"/>
              <a:t>   - Row 2: Pentagon (white) → Pentagon (white) → Pentagon (white)</a:t>
            </a:r>
          </a:p>
          <a:p>
            <a:r>
              <a:rPr lang="en-US" sz="1200" dirty="0"/>
              <a:t>   - Row 3: Hexagon (dark gray) → Hexagon (dark gray) → Missing piece (should be a dark gray hexagon)</a:t>
            </a:r>
          </a:p>
          <a:p>
            <a:endParaRPr lang="en-US" sz="1200" dirty="0"/>
          </a:p>
          <a:p>
            <a:r>
              <a:rPr lang="en-US" sz="1200" dirty="0"/>
              <a:t>2. Right shape pattern across columns:</a:t>
            </a:r>
          </a:p>
          <a:p>
            <a:r>
              <a:rPr lang="en-US" sz="1200" dirty="0"/>
              <a:t>   - Row 1: Hexagon (dark gray) → Triangle (black) → Square (black)</a:t>
            </a:r>
          </a:p>
          <a:p>
            <a:r>
              <a:rPr lang="en-US" sz="1200" dirty="0"/>
              <a:t>   - Row 2: Triangle (dark gray) → Diamond (black) → Hexagon (black)</a:t>
            </a:r>
          </a:p>
          <a:p>
            <a:r>
              <a:rPr lang="en-US" sz="1200" dirty="0"/>
              <a:t>   - Row 3: Square (gray) → Hexagon (dark gray) → Missing piece (should be a triangle based on the pattern)</a:t>
            </a:r>
          </a:p>
          <a:p>
            <a:endParaRPr lang="en-US" sz="1200" dirty="0"/>
          </a:p>
          <a:p>
            <a:r>
              <a:rPr lang="en-US" sz="1200" dirty="0"/>
              <a:t>3. Shape type pattern for right shapes:</a:t>
            </a:r>
          </a:p>
          <a:p>
            <a:r>
              <a:rPr lang="en-US" sz="1200" dirty="0"/>
              <a:t>   - There appears to be a cycle of shapes: Hexagon → Triangle → Square/Diamond</a:t>
            </a:r>
          </a:p>
          <a:p>
            <a:r>
              <a:rPr lang="en-US" sz="1200" dirty="0"/>
              <a:t>    - Shapes in the right cell increase from Col to Col in each row. (missing piece should be big triangle)</a:t>
            </a:r>
          </a:p>
          <a:p>
            <a:endParaRPr lang="en-US" sz="1200" dirty="0"/>
          </a:p>
          <a:p>
            <a:r>
              <a:rPr lang="en-US" sz="1200" dirty="0"/>
              <a:t>4. Shape type pattern for left shapes:</a:t>
            </a:r>
          </a:p>
          <a:p>
            <a:r>
              <a:rPr lang="en-US" sz="1200" dirty="0"/>
              <a:t>- Shapes in the left cell increase from Col to Col in each row. (missing piece should be big Hexagon)</a:t>
            </a:r>
          </a:p>
          <a:p>
            <a:endParaRPr lang="en-US" sz="1200" dirty="0"/>
          </a:p>
          <a:p>
            <a:r>
              <a:rPr lang="en-US" sz="1200" dirty="0"/>
              <a:t>Based on these patterns, the missing piece should have:</a:t>
            </a:r>
          </a:p>
          <a:p>
            <a:r>
              <a:rPr lang="en-US" sz="1200" dirty="0"/>
              <a:t>- A hexagon on the left (following the pattern in Row 3)</a:t>
            </a:r>
          </a:p>
          <a:p>
            <a:r>
              <a:rPr lang="en-US" sz="1200" dirty="0"/>
              <a:t>- A triangle on the right (following the cycle pattern for right shapes)</a:t>
            </a:r>
          </a:p>
          <a:p>
            <a:r>
              <a:rPr lang="en-US" sz="1200" dirty="0"/>
              <a:t>- The left hexagon should maintain the progression of shading and size seen in Row 3</a:t>
            </a:r>
          </a:p>
          <a:p>
            <a:r>
              <a:rPr lang="en-US" sz="1200" dirty="0"/>
              <a:t>- The right triangle should be black or very dark (following the darkening pattern)</a:t>
            </a:r>
          </a:p>
          <a:p>
            <a:endParaRPr lang="en-US" sz="1200" dirty="0"/>
          </a:p>
          <a:p>
            <a:r>
              <a:rPr lang="en-US" sz="1200" dirty="0"/>
              <a:t>Looking at the answer choices, all options show a configuration with a hexagon on the left and a triangle on the right, which matches our expected pattern. The differences are in the shading and exact shape details.</a:t>
            </a:r>
          </a:p>
          <a:p>
            <a:endParaRPr lang="en-US" sz="1200" dirty="0"/>
          </a:p>
          <a:p>
            <a:r>
              <a:rPr lang="en-US" sz="1200" dirty="0"/>
              <a:t>After examining all the choices, Choice 0 appears to be the most suitable answer. It shows:</a:t>
            </a:r>
          </a:p>
          <a:p>
            <a:r>
              <a:rPr lang="en-US" sz="1200" dirty="0"/>
              <a:t>1. A dark gray hexagon on the left that follows the shading progression seen in Row 3 .</a:t>
            </a:r>
          </a:p>
          <a:p>
            <a:r>
              <a:rPr lang="en-US" sz="1200" dirty="0"/>
              <a:t>2. A black triangle on the right that follows the darkening pattern across columns</a:t>
            </a:r>
          </a:p>
          <a:p>
            <a:r>
              <a:rPr lang="en-US" sz="1200" dirty="0"/>
              <a:t>3. The shapes maintain consistent proportions with what we see in the rest of the matrix</a:t>
            </a:r>
          </a:p>
        </p:txBody>
      </p:sp>
    </p:spTree>
    <p:extLst>
      <p:ext uri="{BB962C8B-B14F-4D97-AF65-F5344CB8AC3E}">
        <p14:creationId xmlns:p14="http://schemas.microsoft.com/office/powerpoint/2010/main" val="34335756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D36BD45-DF2D-2143-7F97-6116B8815278}"/>
              </a:ext>
            </a:extLst>
          </p:cNvPr>
          <p:cNvSpPr txBox="1"/>
          <p:nvPr/>
        </p:nvSpPr>
        <p:spPr>
          <a:xfrm>
            <a:off x="320056" y="344266"/>
            <a:ext cx="4350797" cy="1200329"/>
          </a:xfrm>
          <a:prstGeom prst="rect">
            <a:avLst/>
          </a:prstGeom>
          <a:noFill/>
        </p:spPr>
        <p:txBody>
          <a:bodyPr wrap="square" rtlCol="0">
            <a:spAutoFit/>
          </a:bodyPr>
          <a:lstStyle/>
          <a:p>
            <a:pPr marL="0" algn="l" defTabSz="914400" eaLnBrk="1" latinLnBrk="0" hangingPunct="1"/>
            <a:r>
              <a:rPr lang="en-US" dirty="0"/>
              <a:t>LLM-7108</a:t>
            </a:r>
          </a:p>
          <a:p>
            <a:pPr marL="0" algn="l" defTabSz="914400" eaLnBrk="1" latinLnBrk="0" hangingPunct="1"/>
            <a:r>
              <a:rPr lang="en-US" dirty="0" err="1"/>
              <a:t>left_center_single_right_center_single</a:t>
            </a:r>
            <a:endParaRPr lang="en-US" dirty="0"/>
          </a:p>
          <a:p>
            <a:r>
              <a:rPr lang="en-US" dirty="0"/>
              <a:t>pred: </a:t>
            </a:r>
            <a:r>
              <a:rPr lang="he-IL" dirty="0"/>
              <a:t>7</a:t>
            </a:r>
          </a:p>
          <a:p>
            <a:r>
              <a:rPr lang="en-US" dirty="0"/>
              <a:t>true: 5</a:t>
            </a:r>
            <a:endParaRPr lang="en-IL" dirty="0"/>
          </a:p>
        </p:txBody>
      </p:sp>
      <p:pic>
        <p:nvPicPr>
          <p:cNvPr id="3" name="Picture 2">
            <a:extLst>
              <a:ext uri="{FF2B5EF4-FFF2-40B4-BE49-F238E27FC236}">
                <a16:creationId xmlns:a16="http://schemas.microsoft.com/office/drawing/2014/main" id="{A9CFBC46-4F77-1047-9CAF-B5C78B08E8EE}"/>
              </a:ext>
            </a:extLst>
          </p:cNvPr>
          <p:cNvPicPr>
            <a:picLocks noChangeAspect="1"/>
          </p:cNvPicPr>
          <p:nvPr/>
        </p:nvPicPr>
        <p:blipFill>
          <a:blip r:embed="rId2"/>
          <a:stretch>
            <a:fillRect/>
          </a:stretch>
        </p:blipFill>
        <p:spPr>
          <a:xfrm>
            <a:off x="5436973" y="173326"/>
            <a:ext cx="4862799" cy="4955600"/>
          </a:xfrm>
          <a:prstGeom prst="rect">
            <a:avLst/>
          </a:prstGeom>
        </p:spPr>
      </p:pic>
      <p:pic>
        <p:nvPicPr>
          <p:cNvPr id="4" name="Picture 3">
            <a:extLst>
              <a:ext uri="{FF2B5EF4-FFF2-40B4-BE49-F238E27FC236}">
                <a16:creationId xmlns:a16="http://schemas.microsoft.com/office/drawing/2014/main" id="{4487A2FF-2860-7A37-7E40-1BC007440091}"/>
              </a:ext>
            </a:extLst>
          </p:cNvPr>
          <p:cNvPicPr>
            <a:picLocks noChangeAspect="1"/>
          </p:cNvPicPr>
          <p:nvPr/>
        </p:nvPicPr>
        <p:blipFill>
          <a:blip r:embed="rId3"/>
          <a:stretch>
            <a:fillRect/>
          </a:stretch>
        </p:blipFill>
        <p:spPr>
          <a:xfrm>
            <a:off x="2220731" y="5128925"/>
            <a:ext cx="9765323" cy="1555750"/>
          </a:xfrm>
          <a:prstGeom prst="rect">
            <a:avLst/>
          </a:prstGeom>
        </p:spPr>
      </p:pic>
    </p:spTree>
    <p:extLst>
      <p:ext uri="{BB962C8B-B14F-4D97-AF65-F5344CB8AC3E}">
        <p14:creationId xmlns:p14="http://schemas.microsoft.com/office/powerpoint/2010/main" val="18115737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4FBEB99-D914-BCFB-EF84-5B6E2EFB7D3F}"/>
              </a:ext>
            </a:extLst>
          </p:cNvPr>
          <p:cNvSpPr txBox="1"/>
          <p:nvPr/>
        </p:nvSpPr>
        <p:spPr>
          <a:xfrm>
            <a:off x="254000" y="58846"/>
            <a:ext cx="9525000" cy="6186309"/>
          </a:xfrm>
          <a:prstGeom prst="rect">
            <a:avLst/>
          </a:prstGeom>
          <a:noFill/>
        </p:spPr>
        <p:txBody>
          <a:bodyPr wrap="square">
            <a:spAutoFit/>
          </a:bodyPr>
          <a:lstStyle/>
          <a:p>
            <a:r>
              <a:rPr lang="en-US" sz="1200" dirty="0"/>
              <a:t>Row 1:</a:t>
            </a:r>
          </a:p>
          <a:p>
            <a:r>
              <a:rPr lang="en-US" sz="1200" dirty="0"/>
              <a:t>- All cells contain light gray or white shapes </a:t>
            </a:r>
          </a:p>
          <a:p>
            <a:r>
              <a:rPr lang="en-US" sz="1200" dirty="0"/>
              <a:t>- Col 1: small light gray triangle pointing up, small white triangle pointing down</a:t>
            </a:r>
          </a:p>
          <a:p>
            <a:r>
              <a:rPr lang="en-US" sz="1200" dirty="0"/>
              <a:t>- Col 2: big white pentagon, medium white pentagon</a:t>
            </a:r>
          </a:p>
          <a:p>
            <a:r>
              <a:rPr lang="en-US" sz="1200" dirty="0"/>
              <a:t>- Col 3: big gray circle, big white circle</a:t>
            </a:r>
          </a:p>
          <a:p>
            <a:endParaRPr lang="en-US" sz="1200" dirty="0"/>
          </a:p>
          <a:p>
            <a:r>
              <a:rPr lang="en-US" sz="1200" dirty="0"/>
              <a:t>Row 2:</a:t>
            </a:r>
          </a:p>
          <a:p>
            <a:r>
              <a:rPr lang="en-US" sz="1200" dirty="0"/>
              <a:t>- All cells contain darker shapes</a:t>
            </a:r>
          </a:p>
          <a:p>
            <a:r>
              <a:rPr lang="en-US" sz="1200" dirty="0"/>
              <a:t>- Col 1: bit dark gray triangle pointing up, small black triangle pointing right</a:t>
            </a:r>
          </a:p>
          <a:p>
            <a:r>
              <a:rPr lang="en-US" sz="1200" dirty="0"/>
              <a:t>- Col 2: big dark gray pentagon, medium black pentagon</a:t>
            </a:r>
          </a:p>
          <a:p>
            <a:r>
              <a:rPr lang="en-US" sz="1200" dirty="0"/>
              <a:t>- Col 3: small gray circle, big black circle</a:t>
            </a:r>
          </a:p>
          <a:p>
            <a:endParaRPr lang="en-US" sz="1200" dirty="0"/>
          </a:p>
          <a:p>
            <a:r>
              <a:rPr lang="en-US" sz="1200" dirty="0"/>
              <a:t>Row 3 (incomplete):</a:t>
            </a:r>
          </a:p>
          <a:p>
            <a:r>
              <a:rPr lang="en-US" sz="1200" dirty="0"/>
              <a:t>- Col 1: big black triangle pointing down, small light gray triangle pointing left</a:t>
            </a:r>
          </a:p>
          <a:p>
            <a:r>
              <a:rPr lang="en-US" sz="1200" dirty="0"/>
              <a:t>- Col 2: small white pentagon, light gray pentagon</a:t>
            </a:r>
          </a:p>
          <a:p>
            <a:r>
              <a:rPr lang="en-US" sz="1200" dirty="0"/>
              <a:t>- Col 3: missing piece we need to identify</a:t>
            </a:r>
          </a:p>
          <a:p>
            <a:endParaRPr lang="en-US" sz="1200" dirty="0"/>
          </a:p>
          <a:p>
            <a:r>
              <a:rPr lang="en-US" sz="1200" dirty="0"/>
              <a:t>Column 3 pattern:</a:t>
            </a:r>
          </a:p>
          <a:p>
            <a:r>
              <a:rPr lang="en-US" sz="1200" dirty="0"/>
              <a:t>- Top cell: big light gray circle, big white circle</a:t>
            </a:r>
          </a:p>
          <a:p>
            <a:r>
              <a:rPr lang="en-US" sz="1200" dirty="0"/>
              <a:t>- Middle cell: small gray circle, big black circle</a:t>
            </a:r>
          </a:p>
          <a:p>
            <a:r>
              <a:rPr lang="en-US" sz="1200" dirty="0"/>
              <a:t>- Bottom cell (missing): should follow the pattern (should be 2 circles)</a:t>
            </a:r>
          </a:p>
          <a:p>
            <a:endParaRPr lang="en-US" sz="1200" dirty="0"/>
          </a:p>
          <a:p>
            <a:r>
              <a:rPr lang="en-US" sz="1200" dirty="0"/>
              <a:t>Based on these observations, I can identify several key patterns:</a:t>
            </a:r>
          </a:p>
          <a:p>
            <a:r>
              <a:rPr lang="en-US" sz="1200" dirty="0"/>
              <a:t>1. Each row follows a consistent color scheme</a:t>
            </a:r>
          </a:p>
          <a:p>
            <a:r>
              <a:rPr lang="en-US" sz="1200" dirty="0"/>
              <a:t>2. Row 3 alternates between black/white and light gray shapes</a:t>
            </a:r>
          </a:p>
          <a:p>
            <a:r>
              <a:rPr lang="en-US" sz="1200" dirty="0"/>
              <a:t>3. Shape types are consistent within columns (triangles in column 1, pentagons in column 2, circles in column 3)</a:t>
            </a:r>
          </a:p>
          <a:p>
            <a:r>
              <a:rPr lang="en-US" sz="1200" dirty="0"/>
              <a:t>4. There's a specific transformation happening with colors and sizes</a:t>
            </a:r>
          </a:p>
          <a:p>
            <a:endParaRPr lang="en-US" sz="1200" dirty="0"/>
          </a:p>
          <a:p>
            <a:r>
              <a:rPr lang="en-US" sz="1200" dirty="0"/>
              <a:t>The missing piece should contain circles (following column 3's pattern) with a black/white circle and a light gray circle (following row 3's pattern). Looking at the choices, this would be a small black circle and a larger light gray circle.</a:t>
            </a:r>
          </a:p>
          <a:p>
            <a:endParaRPr lang="en-US" sz="1200" dirty="0"/>
          </a:p>
          <a:p>
            <a:r>
              <a:rPr lang="en-US" sz="1200" dirty="0"/>
              <a:t>Examining the answer choices, Choice 7 appears to be the correct answer, as it shows a small black circle and a larger light gray circle, maintaining both the shape pattern of column 3 and the color pattern of row 3.</a:t>
            </a:r>
            <a:endParaRPr lang="en-IL" sz="1200" dirty="0"/>
          </a:p>
        </p:txBody>
      </p:sp>
    </p:spTree>
    <p:extLst>
      <p:ext uri="{BB962C8B-B14F-4D97-AF65-F5344CB8AC3E}">
        <p14:creationId xmlns:p14="http://schemas.microsoft.com/office/powerpoint/2010/main" val="15024721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A9E2EC-BCCF-8F6A-C9BC-ADC765C504F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CD44AF4-2C51-73B9-3939-43443F882BB6}"/>
              </a:ext>
            </a:extLst>
          </p:cNvPr>
          <p:cNvSpPr txBox="1"/>
          <p:nvPr/>
        </p:nvSpPr>
        <p:spPr>
          <a:xfrm>
            <a:off x="320056" y="344266"/>
            <a:ext cx="4350797" cy="1200329"/>
          </a:xfrm>
          <a:prstGeom prst="rect">
            <a:avLst/>
          </a:prstGeom>
          <a:noFill/>
        </p:spPr>
        <p:txBody>
          <a:bodyPr wrap="square" rtlCol="0">
            <a:spAutoFit/>
          </a:bodyPr>
          <a:lstStyle/>
          <a:p>
            <a:pPr marL="0" algn="l" defTabSz="914400" eaLnBrk="1" latinLnBrk="0" hangingPunct="1"/>
            <a:r>
              <a:rPr lang="en-US" dirty="0"/>
              <a:t>LLM-1229</a:t>
            </a:r>
          </a:p>
          <a:p>
            <a:r>
              <a:rPr lang="en-US" dirty="0" err="1"/>
              <a:t>in_center_single_out_center_single</a:t>
            </a:r>
            <a:endParaRPr lang="en-US" dirty="0"/>
          </a:p>
          <a:p>
            <a:r>
              <a:rPr lang="en-US" dirty="0"/>
              <a:t>pred: 6</a:t>
            </a:r>
          </a:p>
          <a:p>
            <a:pPr marL="0" algn="l" defTabSz="914400" eaLnBrk="1" latinLnBrk="0" hangingPunct="1"/>
            <a:r>
              <a:rPr lang="en-US" dirty="0"/>
              <a:t>true: 6</a:t>
            </a:r>
            <a:endParaRPr lang="en-IL" dirty="0"/>
          </a:p>
        </p:txBody>
      </p:sp>
      <p:pic>
        <p:nvPicPr>
          <p:cNvPr id="3" name="Picture 2">
            <a:extLst>
              <a:ext uri="{FF2B5EF4-FFF2-40B4-BE49-F238E27FC236}">
                <a16:creationId xmlns:a16="http://schemas.microsoft.com/office/drawing/2014/main" id="{79286B86-2157-2175-C3A9-E67D6DB12D78}"/>
              </a:ext>
            </a:extLst>
          </p:cNvPr>
          <p:cNvPicPr>
            <a:picLocks noChangeAspect="1"/>
          </p:cNvPicPr>
          <p:nvPr/>
        </p:nvPicPr>
        <p:blipFill>
          <a:blip r:embed="rId2"/>
          <a:stretch>
            <a:fillRect/>
          </a:stretch>
        </p:blipFill>
        <p:spPr>
          <a:xfrm>
            <a:off x="5760479" y="118761"/>
            <a:ext cx="4928115" cy="4984329"/>
          </a:xfrm>
          <a:prstGeom prst="rect">
            <a:avLst/>
          </a:prstGeom>
        </p:spPr>
      </p:pic>
      <p:pic>
        <p:nvPicPr>
          <p:cNvPr id="4" name="Picture 3">
            <a:extLst>
              <a:ext uri="{FF2B5EF4-FFF2-40B4-BE49-F238E27FC236}">
                <a16:creationId xmlns:a16="http://schemas.microsoft.com/office/drawing/2014/main" id="{996CE767-2876-DD3F-E29C-395F06C74B28}"/>
              </a:ext>
            </a:extLst>
          </p:cNvPr>
          <p:cNvPicPr>
            <a:picLocks noChangeAspect="1"/>
          </p:cNvPicPr>
          <p:nvPr/>
        </p:nvPicPr>
        <p:blipFill>
          <a:blip r:embed="rId3"/>
          <a:stretch>
            <a:fillRect/>
          </a:stretch>
        </p:blipFill>
        <p:spPr>
          <a:xfrm>
            <a:off x="1045835" y="5094067"/>
            <a:ext cx="10678667" cy="1645172"/>
          </a:xfrm>
          <a:prstGeom prst="rect">
            <a:avLst/>
          </a:prstGeom>
        </p:spPr>
      </p:pic>
    </p:spTree>
    <p:extLst>
      <p:ext uri="{BB962C8B-B14F-4D97-AF65-F5344CB8AC3E}">
        <p14:creationId xmlns:p14="http://schemas.microsoft.com/office/powerpoint/2010/main" val="35064141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91F4374-01C7-972B-FF85-0DC0CD484DE6}"/>
              </a:ext>
            </a:extLst>
          </p:cNvPr>
          <p:cNvSpPr txBox="1"/>
          <p:nvPr/>
        </p:nvSpPr>
        <p:spPr>
          <a:xfrm>
            <a:off x="209862" y="312166"/>
            <a:ext cx="11107712" cy="6555641"/>
          </a:xfrm>
          <a:prstGeom prst="rect">
            <a:avLst/>
          </a:prstGeom>
          <a:noFill/>
        </p:spPr>
        <p:txBody>
          <a:bodyPr wrap="square">
            <a:spAutoFit/>
          </a:bodyPr>
          <a:lstStyle/>
          <a:p>
            <a:r>
              <a:rPr lang="en-US" sz="1400" dirty="0"/>
              <a:t>1. Outer shape pattern by column:</a:t>
            </a:r>
          </a:p>
          <a:p>
            <a:r>
              <a:rPr lang="en-US" sz="1400" dirty="0"/>
              <a:t>   - Column 1: Triangle → Diamond/Square → Pentagon</a:t>
            </a:r>
          </a:p>
          <a:p>
            <a:r>
              <a:rPr lang="en-US" sz="1400" dirty="0"/>
              <a:t>   - Column 2: Square/Diamond → Pentagon → Triangle</a:t>
            </a:r>
          </a:p>
          <a:p>
            <a:r>
              <a:rPr lang="en-US" sz="1400" dirty="0"/>
              <a:t>   - Column 3: Pentagon → Triangle → Missing piece (should be a square or diamond)</a:t>
            </a:r>
          </a:p>
          <a:p>
            <a:endParaRPr lang="en-US" sz="1400" dirty="0"/>
          </a:p>
          <a:p>
            <a:r>
              <a:rPr lang="en-US" sz="1400" dirty="0"/>
              <a:t>2. Inner shape pattern by row:</a:t>
            </a:r>
          </a:p>
          <a:p>
            <a:r>
              <a:rPr lang="en-US" sz="1400" dirty="0"/>
              <a:t>   - Row 1: Light gray shapes (triangle, square, pentagon)</a:t>
            </a:r>
          </a:p>
          <a:p>
            <a:r>
              <a:rPr lang="en-US" sz="1400" dirty="0"/>
              <a:t>   - Row 2: Black shapes (triangle, diamond, pentagon)</a:t>
            </a:r>
          </a:p>
          <a:p>
            <a:r>
              <a:rPr lang="en-US" sz="1400" dirty="0"/>
              <a:t>   - Row 3: Black shapes (diamond, pentagon, ?)</a:t>
            </a:r>
          </a:p>
          <a:p>
            <a:endParaRPr lang="en-US" sz="1400" dirty="0"/>
          </a:p>
          <a:p>
            <a:r>
              <a:rPr lang="en-US" sz="1400" dirty="0"/>
              <a:t>3. Size relationship:</a:t>
            </a:r>
          </a:p>
          <a:p>
            <a:r>
              <a:rPr lang="en-US" sz="1400" dirty="0"/>
              <a:t>   - The inner shape is always smaller than the outer shape</a:t>
            </a:r>
          </a:p>
          <a:p>
            <a:r>
              <a:rPr lang="en-US" sz="1400" dirty="0"/>
              <a:t>   - The inner shape's complexity appears to increase moving across Row 3 (diamond → pentagon → hexagon?)</a:t>
            </a:r>
          </a:p>
          <a:p>
            <a:endParaRPr lang="en-US" sz="1400" dirty="0"/>
          </a:p>
          <a:p>
            <a:r>
              <a:rPr lang="en-US" sz="1400" dirty="0"/>
              <a:t>4. Rotation pattern:</a:t>
            </a:r>
          </a:p>
          <a:p>
            <a:r>
              <a:rPr lang="en-US" sz="1400" dirty="0"/>
              <a:t>   - There seems to be consistent rotation of the outer shapes in each row</a:t>
            </a:r>
          </a:p>
          <a:p>
            <a:endParaRPr lang="en-US" sz="1400" dirty="0"/>
          </a:p>
          <a:p>
            <a:r>
              <a:rPr lang="en-US" sz="1400" dirty="0"/>
              <a:t>Based on these patterns, the missing piece should have:</a:t>
            </a:r>
          </a:p>
          <a:p>
            <a:r>
              <a:rPr lang="en-US" sz="1400" dirty="0"/>
              <a:t>- A square or diamond as its outer shape (following the column pattern)</a:t>
            </a:r>
          </a:p>
          <a:p>
            <a:r>
              <a:rPr lang="en-US" sz="1400" dirty="0"/>
              <a:t>- A black inner shape (following the row pattern)</a:t>
            </a:r>
          </a:p>
          <a:p>
            <a:r>
              <a:rPr lang="en-US" sz="1400" dirty="0"/>
              <a:t>- The inner shape should be hexagon</a:t>
            </a:r>
          </a:p>
          <a:p>
            <a:endParaRPr lang="en-US" sz="1400" dirty="0"/>
          </a:p>
          <a:p>
            <a:r>
              <a:rPr lang="en-US" sz="1400" dirty="0"/>
              <a:t>Looking at the answer choices, we need a diamond or square outer shape with a black hexagon inner shape. </a:t>
            </a:r>
          </a:p>
          <a:p>
            <a:endParaRPr lang="en-US" sz="1400" dirty="0"/>
          </a:p>
          <a:p>
            <a:r>
              <a:rPr lang="en-US" sz="1400" dirty="0"/>
              <a:t>Choices 1, 2, 5 all show various polygons (hexagons, pentagons, circles) as the outer/inner shape, which don't follow the column/row pattern that we need.</a:t>
            </a:r>
          </a:p>
          <a:p>
            <a:endParaRPr lang="en-US" sz="1400" dirty="0"/>
          </a:p>
          <a:p>
            <a:r>
              <a:rPr lang="en-US" sz="1400" dirty="0"/>
              <a:t>Based on this analysis, Choice 6 appears to be the most logical answer </a:t>
            </a:r>
          </a:p>
          <a:p>
            <a:r>
              <a:rPr lang="en-US" sz="1400" dirty="0"/>
              <a:t>in terms of the size ratios seen in the matrix. It features a diamond outer shape (which follows the pattern of shapes in Column 3) and a black hexagon inner shape (which follows the pattern of black inner shapes in Row 3).</a:t>
            </a:r>
            <a:endParaRPr lang="en-IL" sz="1400" dirty="0"/>
          </a:p>
        </p:txBody>
      </p:sp>
    </p:spTree>
    <p:extLst>
      <p:ext uri="{BB962C8B-B14F-4D97-AF65-F5344CB8AC3E}">
        <p14:creationId xmlns:p14="http://schemas.microsoft.com/office/powerpoint/2010/main" val="22804903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858084-3752-6F85-5B5E-E18CCD5D977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E925625-6E0F-8FA3-D250-6E41389F4D45}"/>
              </a:ext>
            </a:extLst>
          </p:cNvPr>
          <p:cNvSpPr txBox="1"/>
          <p:nvPr/>
        </p:nvSpPr>
        <p:spPr>
          <a:xfrm>
            <a:off x="320056" y="344266"/>
            <a:ext cx="4350797" cy="1200329"/>
          </a:xfrm>
          <a:prstGeom prst="rect">
            <a:avLst/>
          </a:prstGeom>
          <a:noFill/>
        </p:spPr>
        <p:txBody>
          <a:bodyPr wrap="square" rtlCol="0">
            <a:spAutoFit/>
          </a:bodyPr>
          <a:lstStyle/>
          <a:p>
            <a:pPr marL="0" algn="l" defTabSz="914400" eaLnBrk="1" latinLnBrk="0" hangingPunct="1"/>
            <a:r>
              <a:rPr lang="en-US" dirty="0"/>
              <a:t>LLM-219</a:t>
            </a:r>
          </a:p>
          <a:p>
            <a:r>
              <a:rPr lang="en-US" dirty="0" err="1"/>
              <a:t>in_center_single_out_center_single</a:t>
            </a:r>
            <a:endParaRPr lang="en-US" dirty="0"/>
          </a:p>
          <a:p>
            <a:r>
              <a:rPr lang="en-US" dirty="0"/>
              <a:t>pred: 5</a:t>
            </a:r>
          </a:p>
          <a:p>
            <a:pPr marL="0" algn="l" defTabSz="914400" eaLnBrk="1" latinLnBrk="0" hangingPunct="1"/>
            <a:r>
              <a:rPr lang="en-US" dirty="0"/>
              <a:t>true: 1</a:t>
            </a:r>
            <a:endParaRPr lang="en-IL" dirty="0"/>
          </a:p>
        </p:txBody>
      </p:sp>
      <p:pic>
        <p:nvPicPr>
          <p:cNvPr id="3" name="Picture 2">
            <a:extLst>
              <a:ext uri="{FF2B5EF4-FFF2-40B4-BE49-F238E27FC236}">
                <a16:creationId xmlns:a16="http://schemas.microsoft.com/office/drawing/2014/main" id="{D27E438E-F6CD-B630-0E3B-B03E4951FAEB}"/>
              </a:ext>
            </a:extLst>
          </p:cNvPr>
          <p:cNvPicPr>
            <a:picLocks noChangeAspect="1"/>
          </p:cNvPicPr>
          <p:nvPr/>
        </p:nvPicPr>
        <p:blipFill>
          <a:blip r:embed="rId2"/>
          <a:stretch>
            <a:fillRect/>
          </a:stretch>
        </p:blipFill>
        <p:spPr>
          <a:xfrm>
            <a:off x="4670853" y="151885"/>
            <a:ext cx="4804247" cy="4877315"/>
          </a:xfrm>
          <a:prstGeom prst="rect">
            <a:avLst/>
          </a:prstGeom>
        </p:spPr>
      </p:pic>
      <p:pic>
        <p:nvPicPr>
          <p:cNvPr id="4" name="Picture 3">
            <a:extLst>
              <a:ext uri="{FF2B5EF4-FFF2-40B4-BE49-F238E27FC236}">
                <a16:creationId xmlns:a16="http://schemas.microsoft.com/office/drawing/2014/main" id="{52E8FB9A-09AB-7BE1-6FD0-39600A3C4894}"/>
              </a:ext>
            </a:extLst>
          </p:cNvPr>
          <p:cNvPicPr>
            <a:picLocks noChangeAspect="1"/>
          </p:cNvPicPr>
          <p:nvPr/>
        </p:nvPicPr>
        <p:blipFill>
          <a:blip r:embed="rId3"/>
          <a:stretch>
            <a:fillRect/>
          </a:stretch>
        </p:blipFill>
        <p:spPr>
          <a:xfrm>
            <a:off x="2359528" y="5221581"/>
            <a:ext cx="9549167" cy="1484534"/>
          </a:xfrm>
          <a:prstGeom prst="rect">
            <a:avLst/>
          </a:prstGeom>
        </p:spPr>
      </p:pic>
    </p:spTree>
    <p:extLst>
      <p:ext uri="{BB962C8B-B14F-4D97-AF65-F5344CB8AC3E}">
        <p14:creationId xmlns:p14="http://schemas.microsoft.com/office/powerpoint/2010/main" val="14379284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F869CA7-2D68-D1F4-F1D8-3016747B6ACD}"/>
              </a:ext>
            </a:extLst>
          </p:cNvPr>
          <p:cNvSpPr txBox="1"/>
          <p:nvPr/>
        </p:nvSpPr>
        <p:spPr>
          <a:xfrm>
            <a:off x="457200" y="199559"/>
            <a:ext cx="10248900" cy="6370975"/>
          </a:xfrm>
          <a:prstGeom prst="rect">
            <a:avLst/>
          </a:prstGeom>
          <a:noFill/>
        </p:spPr>
        <p:txBody>
          <a:bodyPr wrap="square">
            <a:spAutoFit/>
          </a:bodyPr>
          <a:lstStyle/>
          <a:p>
            <a:r>
              <a:rPr lang="en-US" sz="1200" dirty="0"/>
              <a:t>1. Outer shape pattern by row:</a:t>
            </a:r>
          </a:p>
          <a:p>
            <a:r>
              <a:rPr lang="en-US" sz="1200" dirty="0"/>
              <a:t>   - Row 1: All cells contain diamonds</a:t>
            </a:r>
          </a:p>
          <a:p>
            <a:r>
              <a:rPr lang="en-US" sz="1200" dirty="0"/>
              <a:t>   - Row 2: All cells contain circles</a:t>
            </a:r>
          </a:p>
          <a:p>
            <a:r>
              <a:rPr lang="en-US" sz="1200" dirty="0"/>
              <a:t>   - Row 3: All cells contain circles (this pattern continues)</a:t>
            </a:r>
          </a:p>
          <a:p>
            <a:endParaRPr lang="en-US" sz="1200" dirty="0"/>
          </a:p>
          <a:p>
            <a:r>
              <a:rPr lang="en-US" sz="1200" dirty="0"/>
              <a:t>2. Inner shape pattern by row:</a:t>
            </a:r>
          </a:p>
          <a:p>
            <a:r>
              <a:rPr lang="en-US" sz="1200" dirty="0"/>
              <a:t>   - Row 1: All cells contain triangles (pointing right)</a:t>
            </a:r>
          </a:p>
          <a:p>
            <a:r>
              <a:rPr lang="en-US" sz="1200" dirty="0"/>
              <a:t>   - Row 2: All cells contain pentagons</a:t>
            </a:r>
          </a:p>
          <a:p>
            <a:r>
              <a:rPr lang="en-US" sz="1200" dirty="0"/>
              <a:t>   - Row 3: All cells contain hexagons</a:t>
            </a:r>
          </a:p>
          <a:p>
            <a:endParaRPr lang="en-US" sz="1200" dirty="0"/>
          </a:p>
          <a:p>
            <a:r>
              <a:rPr lang="en-US" sz="1200" dirty="0"/>
              <a:t>3. Color/shading pattern by row:</a:t>
            </a:r>
          </a:p>
          <a:p>
            <a:r>
              <a:rPr lang="en-US" sz="1200" dirty="0"/>
              <a:t>   - Row 1: Light gray and dark gray inner shapes</a:t>
            </a:r>
          </a:p>
          <a:p>
            <a:r>
              <a:rPr lang="en-US" sz="1200" dirty="0"/>
              <a:t>   - Row 2: Light gray or white inner shapes</a:t>
            </a:r>
          </a:p>
          <a:p>
            <a:r>
              <a:rPr lang="en-US" sz="1200" dirty="0"/>
              <a:t>   - Row 3: Black inner shapes (first cell), black inner shapes (second cell)</a:t>
            </a:r>
          </a:p>
          <a:p>
            <a:endParaRPr lang="en-US" sz="1200" dirty="0"/>
          </a:p>
          <a:p>
            <a:r>
              <a:rPr lang="en-US" sz="1200" dirty="0"/>
              <a:t>4. Size pattern by column:</a:t>
            </a:r>
          </a:p>
          <a:p>
            <a:r>
              <a:rPr lang="en-US" sz="1200" dirty="0"/>
              <a:t>   - The size of the shapes seems to follow a pattern across columns, with the inner shapes in Column 2 being smaller\equal to those in Columns 1 and 3</a:t>
            </a:r>
          </a:p>
          <a:p>
            <a:endParaRPr lang="en-US" sz="1200" dirty="0"/>
          </a:p>
          <a:p>
            <a:r>
              <a:rPr lang="en-US" sz="1200" dirty="0"/>
              <a:t>Based on these patterns, the missing piece should have:</a:t>
            </a:r>
          </a:p>
          <a:p>
            <a:r>
              <a:rPr lang="en-US" sz="1200" dirty="0"/>
              <a:t>- A circle as its outer shape (following the row pattern)</a:t>
            </a:r>
          </a:p>
          <a:p>
            <a:r>
              <a:rPr lang="en-US" sz="1200" dirty="0"/>
              <a:t>- A hexagon as its inner shape (following the row pattern)</a:t>
            </a:r>
          </a:p>
          <a:p>
            <a:r>
              <a:rPr lang="en-US" sz="1200" dirty="0"/>
              <a:t>- A black inner shape (following the row pattern)</a:t>
            </a:r>
          </a:p>
          <a:p>
            <a:r>
              <a:rPr lang="en-US" sz="1200" dirty="0"/>
              <a:t>- The size of the outer and inner shapes should be consistent with Column 3</a:t>
            </a:r>
          </a:p>
          <a:p>
            <a:endParaRPr lang="en-US" sz="1200" dirty="0"/>
          </a:p>
          <a:p>
            <a:r>
              <a:rPr lang="en-US" sz="1200" dirty="0"/>
              <a:t>Looking at the answer choices:</a:t>
            </a:r>
          </a:p>
          <a:p>
            <a:r>
              <a:rPr lang="en-US" sz="1200" dirty="0"/>
              <a:t>- Choices 1-7 contain hexagons as inner shapes</a:t>
            </a:r>
          </a:p>
          <a:p>
            <a:r>
              <a:rPr lang="en-US" sz="1200" dirty="0"/>
              <a:t>- Among these, only Choices 3, 5, and 7 have dark/black hexagons</a:t>
            </a:r>
          </a:p>
          <a:p>
            <a:r>
              <a:rPr lang="en-US" sz="1200" dirty="0"/>
              <a:t>- Choice 5 appears to have the most appropriate size relationship between the outer circle and inner hexagon for Column 3</a:t>
            </a:r>
          </a:p>
          <a:p>
            <a:endParaRPr lang="en-US" sz="1200" dirty="0"/>
          </a:p>
          <a:p>
            <a:r>
              <a:rPr lang="en-US" sz="1200" dirty="0"/>
              <a:t>The most logical answer is Choice 5, which features a circle as the outer shape and a black hexagon as the inner shape. The size relationship between the outer circle and inner hexagon in Choice 5 appears to match the pattern observed in Row 3, where the inner shape in Column 3 should be similar in size to Column 1 (slightly larger than Column 2).</a:t>
            </a:r>
          </a:p>
          <a:p>
            <a:endParaRPr lang="en-US" sz="1200" dirty="0"/>
          </a:p>
          <a:p>
            <a:r>
              <a:rPr lang="en-US" sz="1200" dirty="0"/>
              <a:t>Therefore, Choice 5 with its circle outer shape and appropriately sized black hexagon inner shape is the best answer.</a:t>
            </a:r>
            <a:endParaRPr lang="en-IL" sz="1200" dirty="0"/>
          </a:p>
        </p:txBody>
      </p:sp>
    </p:spTree>
    <p:extLst>
      <p:ext uri="{BB962C8B-B14F-4D97-AF65-F5344CB8AC3E}">
        <p14:creationId xmlns:p14="http://schemas.microsoft.com/office/powerpoint/2010/main" val="18403076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DA8899D-FC60-F505-E14F-8EA583EE06E8}"/>
              </a:ext>
            </a:extLst>
          </p:cNvPr>
          <p:cNvSpPr txBox="1"/>
          <p:nvPr/>
        </p:nvSpPr>
        <p:spPr>
          <a:xfrm>
            <a:off x="197928" y="333632"/>
            <a:ext cx="3979231" cy="1200329"/>
          </a:xfrm>
          <a:prstGeom prst="rect">
            <a:avLst/>
          </a:prstGeom>
          <a:noFill/>
        </p:spPr>
        <p:txBody>
          <a:bodyPr wrap="none" rtlCol="0">
            <a:spAutoFit/>
          </a:bodyPr>
          <a:lstStyle/>
          <a:p>
            <a:pPr marL="0" algn="l" defTabSz="914400" eaLnBrk="1" latinLnBrk="0" hangingPunct="1"/>
            <a:r>
              <a:rPr lang="he-IL" dirty="0"/>
              <a:t>LLM_1228</a:t>
            </a:r>
          </a:p>
          <a:p>
            <a:r>
              <a:rPr lang="en-IL" dirty="0"/>
              <a:t>up_center_single_down_center_single</a:t>
            </a:r>
            <a:endParaRPr lang="he-IL" dirty="0"/>
          </a:p>
          <a:p>
            <a:r>
              <a:rPr lang="he-IL" dirty="0" err="1"/>
              <a:t>pred</a:t>
            </a:r>
            <a:r>
              <a:rPr lang="en-US" dirty="0"/>
              <a:t>: 0</a:t>
            </a:r>
          </a:p>
          <a:p>
            <a:r>
              <a:rPr lang="en-US" dirty="0"/>
              <a:t>true: 0</a:t>
            </a:r>
          </a:p>
        </p:txBody>
      </p:sp>
      <p:pic>
        <p:nvPicPr>
          <p:cNvPr id="3" name="Picture 2">
            <a:extLst>
              <a:ext uri="{FF2B5EF4-FFF2-40B4-BE49-F238E27FC236}">
                <a16:creationId xmlns:a16="http://schemas.microsoft.com/office/drawing/2014/main" id="{4DC5394F-AE5E-E787-D3CC-A7E86FB3DB0C}"/>
              </a:ext>
            </a:extLst>
          </p:cNvPr>
          <p:cNvPicPr>
            <a:picLocks noChangeAspect="1"/>
          </p:cNvPicPr>
          <p:nvPr/>
        </p:nvPicPr>
        <p:blipFill>
          <a:blip r:embed="rId2"/>
          <a:srcRect l="437" t="834" r="63138" b="30313"/>
          <a:stretch>
            <a:fillRect/>
          </a:stretch>
        </p:blipFill>
        <p:spPr>
          <a:xfrm>
            <a:off x="4646361" y="111210"/>
            <a:ext cx="4460569" cy="4473923"/>
          </a:xfrm>
          <a:prstGeom prst="rect">
            <a:avLst/>
          </a:prstGeom>
        </p:spPr>
      </p:pic>
      <p:pic>
        <p:nvPicPr>
          <p:cNvPr id="4" name="Picture 3">
            <a:extLst>
              <a:ext uri="{FF2B5EF4-FFF2-40B4-BE49-F238E27FC236}">
                <a16:creationId xmlns:a16="http://schemas.microsoft.com/office/drawing/2014/main" id="{0E53C3DD-C34D-33A0-CBE0-C5B6E31E9A7C}"/>
              </a:ext>
            </a:extLst>
          </p:cNvPr>
          <p:cNvPicPr>
            <a:picLocks noChangeAspect="1"/>
          </p:cNvPicPr>
          <p:nvPr/>
        </p:nvPicPr>
        <p:blipFill>
          <a:blip r:embed="rId2"/>
          <a:srcRect t="71100"/>
          <a:stretch>
            <a:fillRect/>
          </a:stretch>
        </p:blipFill>
        <p:spPr>
          <a:xfrm>
            <a:off x="329222" y="4755727"/>
            <a:ext cx="11533555" cy="1768641"/>
          </a:xfrm>
          <a:prstGeom prst="rect">
            <a:avLst/>
          </a:prstGeom>
        </p:spPr>
      </p:pic>
    </p:spTree>
    <p:extLst>
      <p:ext uri="{BB962C8B-B14F-4D97-AF65-F5344CB8AC3E}">
        <p14:creationId xmlns:p14="http://schemas.microsoft.com/office/powerpoint/2010/main" val="102203370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1760C8B-D8E0-148F-396D-D9BBF7CB3539}"/>
              </a:ext>
            </a:extLst>
          </p:cNvPr>
          <p:cNvSpPr txBox="1"/>
          <p:nvPr/>
        </p:nvSpPr>
        <p:spPr>
          <a:xfrm>
            <a:off x="468923" y="285105"/>
            <a:ext cx="6096000" cy="5909310"/>
          </a:xfrm>
          <a:prstGeom prst="rect">
            <a:avLst/>
          </a:prstGeom>
          <a:noFill/>
        </p:spPr>
        <p:txBody>
          <a:bodyPr wrap="square">
            <a:spAutoFit/>
          </a:bodyPr>
          <a:lstStyle/>
          <a:p>
            <a:r>
              <a:rPr lang="en-US" sz="1400" dirty="0"/>
              <a:t>Row Pattern Analysis:</a:t>
            </a:r>
          </a:p>
          <a:p>
            <a:r>
              <a:rPr lang="en-US" sz="1400" dirty="0"/>
              <a:t>- Row 1: (light triangle, gray hexagon) → (gray hexagon, white triangle) → (dark gray diamond, gray pentagon)</a:t>
            </a:r>
          </a:p>
          <a:p>
            <a:r>
              <a:rPr lang="en-US" sz="1400" dirty="0"/>
              <a:t>- Row 2: (gray square, gray triangle) → (dark gray triangle, gray pentagon) → (light hexagon, white hexagon)</a:t>
            </a:r>
          </a:p>
          <a:p>
            <a:r>
              <a:rPr lang="en-US" sz="1400" dirty="0"/>
              <a:t>- Row 3: (dark gray hexagon, white pentagon) → (gray square, gray hexagon) → ?</a:t>
            </a:r>
          </a:p>
          <a:p>
            <a:endParaRPr lang="en-US" sz="1400" dirty="0"/>
          </a:p>
          <a:p>
            <a:r>
              <a:rPr lang="en-US" sz="1400" dirty="0"/>
              <a:t>Column Pattern Analysis:</a:t>
            </a:r>
          </a:p>
          <a:p>
            <a:r>
              <a:rPr lang="en-US" sz="1400" dirty="0"/>
              <a:t>In each column, the top cell contains one of 3 colors: light, dark gray, gray, so I expect the top missing cell to be gray.</a:t>
            </a:r>
          </a:p>
          <a:p>
            <a:endParaRPr lang="en-US" sz="1400" dirty="0"/>
          </a:p>
          <a:p>
            <a:r>
              <a:rPr lang="en-US" sz="1400" dirty="0"/>
              <a:t>Logic:</a:t>
            </a:r>
          </a:p>
          <a:p>
            <a:r>
              <a:rPr lang="en-US" sz="1400" dirty="0"/>
              <a:t>1. Two shapes per cell consistency: Every cell in the matrix contains exactly 2 shapes. The missing cell in Row 3, Column 3 must also contain 2 shapes to maintain this fundamental pattern.</a:t>
            </a:r>
          </a:p>
          <a:p>
            <a:endParaRPr lang="en-US" sz="1400" dirty="0"/>
          </a:p>
          <a:p>
            <a:r>
              <a:rPr lang="en-US" sz="1400" dirty="0"/>
              <a:t>2. Shape variety within upper cells: Looking at the existing cells, each row in its upper cells contains 3 shapes: triangle, hexagon, square/diamond, so I expect the top cell in the missing cell to be a triangle.</a:t>
            </a:r>
          </a:p>
          <a:p>
            <a:endParaRPr lang="en-US" sz="1400" dirty="0"/>
          </a:p>
          <a:p>
            <a:r>
              <a:rPr lang="en-US" sz="1400" dirty="0"/>
              <a:t>3. Shape variety within bottom cells: Looking at the existing cells, each row in its bottom cells contains 3 shapes: triangle, hexagon, pentagon, so I expect the bottom cell in the missing cell to be a triangle.</a:t>
            </a:r>
          </a:p>
          <a:p>
            <a:endParaRPr lang="en-US" sz="1400" dirty="0"/>
          </a:p>
          <a:p>
            <a:r>
              <a:rPr lang="en-US" sz="1400" dirty="0"/>
              <a:t>Looking at the answer choices, only choices 0, 1 match both the shape and color requirements. However, answer 1 contains a triangle that is too big and not seen in the matrix, so the answer is choice 0.</a:t>
            </a:r>
            <a:endParaRPr lang="en-IL" sz="1400" dirty="0"/>
          </a:p>
        </p:txBody>
      </p:sp>
    </p:spTree>
    <p:extLst>
      <p:ext uri="{BB962C8B-B14F-4D97-AF65-F5344CB8AC3E}">
        <p14:creationId xmlns:p14="http://schemas.microsoft.com/office/powerpoint/2010/main" val="7782956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EA18B09-94E2-7F76-7652-E0CC3AF38520}"/>
              </a:ext>
            </a:extLst>
          </p:cNvPr>
          <p:cNvSpPr txBox="1"/>
          <p:nvPr/>
        </p:nvSpPr>
        <p:spPr>
          <a:xfrm>
            <a:off x="197928" y="333632"/>
            <a:ext cx="1722651" cy="1200329"/>
          </a:xfrm>
          <a:prstGeom prst="rect">
            <a:avLst/>
          </a:prstGeom>
          <a:noFill/>
        </p:spPr>
        <p:txBody>
          <a:bodyPr wrap="none" rtlCol="0">
            <a:spAutoFit/>
          </a:bodyPr>
          <a:lstStyle/>
          <a:p>
            <a:pPr marL="0" algn="l" defTabSz="914400" eaLnBrk="1" latinLnBrk="0" hangingPunct="1"/>
            <a:r>
              <a:rPr lang="he-IL" dirty="0"/>
              <a:t>LLM_</a:t>
            </a:r>
            <a:r>
              <a:rPr lang="en-US" dirty="0"/>
              <a:t>5349</a:t>
            </a:r>
            <a:endParaRPr lang="he-IL" dirty="0"/>
          </a:p>
          <a:p>
            <a:r>
              <a:rPr lang="en-US" dirty="0" err="1"/>
              <a:t>distribute_nine</a:t>
            </a:r>
            <a:r>
              <a:rPr lang="en-US" dirty="0"/>
              <a:t> </a:t>
            </a:r>
          </a:p>
          <a:p>
            <a:r>
              <a:rPr lang="he-IL" dirty="0" err="1"/>
              <a:t>pred</a:t>
            </a:r>
            <a:r>
              <a:rPr lang="en-US" dirty="0"/>
              <a:t>: 6</a:t>
            </a:r>
          </a:p>
          <a:p>
            <a:r>
              <a:rPr lang="en-US" dirty="0"/>
              <a:t>true: 6</a:t>
            </a:r>
          </a:p>
        </p:txBody>
      </p:sp>
      <p:pic>
        <p:nvPicPr>
          <p:cNvPr id="3" name="Picture 2">
            <a:extLst>
              <a:ext uri="{FF2B5EF4-FFF2-40B4-BE49-F238E27FC236}">
                <a16:creationId xmlns:a16="http://schemas.microsoft.com/office/drawing/2014/main" id="{20DE37F9-16B3-1EA9-F3F1-7C7D65851B27}"/>
              </a:ext>
            </a:extLst>
          </p:cNvPr>
          <p:cNvPicPr>
            <a:picLocks noChangeAspect="1"/>
          </p:cNvPicPr>
          <p:nvPr/>
        </p:nvPicPr>
        <p:blipFill>
          <a:blip r:embed="rId2"/>
          <a:srcRect r="63425" b="30267"/>
          <a:stretch>
            <a:fillRect/>
          </a:stretch>
        </p:blipFill>
        <p:spPr>
          <a:xfrm>
            <a:off x="4223235" y="210064"/>
            <a:ext cx="4389425" cy="4436075"/>
          </a:xfrm>
          <a:prstGeom prst="rect">
            <a:avLst/>
          </a:prstGeom>
        </p:spPr>
      </p:pic>
      <p:pic>
        <p:nvPicPr>
          <p:cNvPr id="4" name="Picture 3">
            <a:extLst>
              <a:ext uri="{FF2B5EF4-FFF2-40B4-BE49-F238E27FC236}">
                <a16:creationId xmlns:a16="http://schemas.microsoft.com/office/drawing/2014/main" id="{4CFAC581-8D9A-7FE9-4410-EA58DD70940F}"/>
              </a:ext>
            </a:extLst>
          </p:cNvPr>
          <p:cNvPicPr>
            <a:picLocks noChangeAspect="1"/>
          </p:cNvPicPr>
          <p:nvPr/>
        </p:nvPicPr>
        <p:blipFill>
          <a:blip r:embed="rId2"/>
          <a:srcRect t="71482"/>
          <a:stretch>
            <a:fillRect/>
          </a:stretch>
        </p:blipFill>
        <p:spPr>
          <a:xfrm>
            <a:off x="46651" y="4769708"/>
            <a:ext cx="12001187" cy="1814181"/>
          </a:xfrm>
          <a:prstGeom prst="rect">
            <a:avLst/>
          </a:prstGeom>
        </p:spPr>
      </p:pic>
    </p:spTree>
    <p:extLst>
      <p:ext uri="{BB962C8B-B14F-4D97-AF65-F5344CB8AC3E}">
        <p14:creationId xmlns:p14="http://schemas.microsoft.com/office/powerpoint/2010/main" val="123726514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DD74DB5-F63F-A68E-E0EA-58A4EADFD8E3}"/>
              </a:ext>
            </a:extLst>
          </p:cNvPr>
          <p:cNvSpPr txBox="1"/>
          <p:nvPr/>
        </p:nvSpPr>
        <p:spPr>
          <a:xfrm>
            <a:off x="128954" y="360633"/>
            <a:ext cx="9026769" cy="5632311"/>
          </a:xfrm>
          <a:prstGeom prst="rect">
            <a:avLst/>
          </a:prstGeom>
          <a:noFill/>
        </p:spPr>
        <p:txBody>
          <a:bodyPr wrap="square">
            <a:spAutoFit/>
          </a:bodyPr>
          <a:lstStyle/>
          <a:p>
            <a:r>
              <a:rPr lang="en-IL" dirty="0"/>
              <a:t>Row Pattern Analysis:</a:t>
            </a:r>
          </a:p>
          <a:p>
            <a:r>
              <a:rPr lang="en-IL" dirty="0"/>
              <a:t>- Row 1: 7 Multiple mixed shapes → 8 Multiple mixed shapes → Single light pentagon</a:t>
            </a:r>
          </a:p>
          <a:p>
            <a:r>
              <a:rPr lang="en-IL" dirty="0"/>
              <a:t>- Row 2: 5 Multiple mixed shapes → 6 Multiple mixed shapes → Single light triangle</a:t>
            </a:r>
          </a:p>
          <a:p>
            <a:r>
              <a:rPr lang="en-IL" dirty="0"/>
              <a:t>- Row 3: 5 Multiple mixed shapes → 7 Multiple mixed shapes → ?</a:t>
            </a:r>
          </a:p>
          <a:p>
            <a:endParaRPr lang="en-IL" dirty="0"/>
          </a:p>
          <a:p>
            <a:r>
              <a:rPr lang="en-IL" dirty="0"/>
              <a:t>Column Pattern Analysis:</a:t>
            </a:r>
          </a:p>
          <a:p>
            <a:r>
              <a:rPr lang="en-IL" dirty="0"/>
              <a:t>- Column 3: Light pentagon → Light triangle → ?</a:t>
            </a:r>
          </a:p>
          <a:p>
            <a:endParaRPr lang="en-IL" dirty="0"/>
          </a:p>
          <a:p>
            <a:r>
              <a:rPr lang="en-IL" dirty="0"/>
              <a:t>Logic:</a:t>
            </a:r>
          </a:p>
          <a:p>
            <a:r>
              <a:rPr lang="en-IL" dirty="0"/>
              <a:t>1. Column 3 simplification pattern: Column 3 consistently shows single, simple shapes while Columns 1 and 2 contain multiple complex arrangements. Row 1 has a single light pentagon, Row 2 has a single light triangle. This establishes that Column 3 contains individual shapes rather than collections.</a:t>
            </a:r>
          </a:p>
          <a:p>
            <a:endParaRPr lang="en-IL" dirty="0"/>
          </a:p>
          <a:p>
            <a:r>
              <a:rPr lang="en-IL" dirty="0"/>
              <a:t>2. Positioning pattern: The shape in column 3 of rows 1 and 2 appears in the position resulting from subtracting the shapes in column 2 from the shapes in column 1.</a:t>
            </a:r>
          </a:p>
          <a:p>
            <a:r>
              <a:rPr lang="en-IL" dirty="0"/>
              <a:t>Answer 6 best fits the positional pattern in row 3 based on this logic.</a:t>
            </a:r>
          </a:p>
          <a:p>
            <a:endParaRPr lang="en-IL" dirty="0"/>
          </a:p>
          <a:p>
            <a:r>
              <a:rPr lang="en-IL" dirty="0"/>
              <a:t>Answer: Choice 6 - This shows a single gray pentagon that preserves the simplicity, color consistency, and positioning pattern established in Row 3.</a:t>
            </a:r>
          </a:p>
        </p:txBody>
      </p:sp>
    </p:spTree>
    <p:extLst>
      <p:ext uri="{BB962C8B-B14F-4D97-AF65-F5344CB8AC3E}">
        <p14:creationId xmlns:p14="http://schemas.microsoft.com/office/powerpoint/2010/main" val="355322884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4EA52F-1CEF-8ADD-4132-A875F67AF2D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D65113A-52DC-AFF1-1F41-7C27569AA56D}"/>
              </a:ext>
            </a:extLst>
          </p:cNvPr>
          <p:cNvSpPr txBox="1"/>
          <p:nvPr/>
        </p:nvSpPr>
        <p:spPr>
          <a:xfrm>
            <a:off x="197928" y="333632"/>
            <a:ext cx="1722651" cy="1200329"/>
          </a:xfrm>
          <a:prstGeom prst="rect">
            <a:avLst/>
          </a:prstGeom>
          <a:noFill/>
        </p:spPr>
        <p:txBody>
          <a:bodyPr wrap="none" rtlCol="0">
            <a:spAutoFit/>
          </a:bodyPr>
          <a:lstStyle/>
          <a:p>
            <a:pPr marL="0" algn="l" defTabSz="914400" eaLnBrk="1" latinLnBrk="0" hangingPunct="1"/>
            <a:r>
              <a:rPr lang="he-IL" dirty="0"/>
              <a:t>LLM_</a:t>
            </a:r>
            <a:r>
              <a:rPr lang="en-US" dirty="0"/>
              <a:t>7788</a:t>
            </a:r>
            <a:endParaRPr lang="he-IL" dirty="0"/>
          </a:p>
          <a:p>
            <a:r>
              <a:rPr lang="en-US" dirty="0" err="1"/>
              <a:t>distribute_nine</a:t>
            </a:r>
            <a:r>
              <a:rPr lang="en-US" dirty="0"/>
              <a:t> </a:t>
            </a:r>
          </a:p>
          <a:p>
            <a:r>
              <a:rPr lang="he-IL" dirty="0" err="1"/>
              <a:t>pred</a:t>
            </a:r>
            <a:r>
              <a:rPr lang="en-US" dirty="0"/>
              <a:t>: 3</a:t>
            </a:r>
          </a:p>
          <a:p>
            <a:r>
              <a:rPr lang="en-US" dirty="0"/>
              <a:t>true: 2</a:t>
            </a:r>
          </a:p>
        </p:txBody>
      </p:sp>
      <p:pic>
        <p:nvPicPr>
          <p:cNvPr id="3" name="Picture 2">
            <a:extLst>
              <a:ext uri="{FF2B5EF4-FFF2-40B4-BE49-F238E27FC236}">
                <a16:creationId xmlns:a16="http://schemas.microsoft.com/office/drawing/2014/main" id="{2762EC66-459D-DA60-0CC8-8A1C37601C77}"/>
              </a:ext>
            </a:extLst>
          </p:cNvPr>
          <p:cNvPicPr>
            <a:picLocks noChangeAspect="1"/>
          </p:cNvPicPr>
          <p:nvPr/>
        </p:nvPicPr>
        <p:blipFill>
          <a:blip r:embed="rId2"/>
          <a:srcRect l="825" r="63186" b="31125"/>
          <a:stretch>
            <a:fillRect/>
          </a:stretch>
        </p:blipFill>
        <p:spPr>
          <a:xfrm>
            <a:off x="4448652" y="0"/>
            <a:ext cx="4435857" cy="4510217"/>
          </a:xfrm>
          <a:prstGeom prst="rect">
            <a:avLst/>
          </a:prstGeom>
        </p:spPr>
      </p:pic>
      <p:pic>
        <p:nvPicPr>
          <p:cNvPr id="4" name="Picture 3">
            <a:extLst>
              <a:ext uri="{FF2B5EF4-FFF2-40B4-BE49-F238E27FC236}">
                <a16:creationId xmlns:a16="http://schemas.microsoft.com/office/drawing/2014/main" id="{06B7B06D-EA90-85C6-87F7-668EF11DB0F1}"/>
              </a:ext>
            </a:extLst>
          </p:cNvPr>
          <p:cNvPicPr>
            <a:picLocks noChangeAspect="1"/>
          </p:cNvPicPr>
          <p:nvPr/>
        </p:nvPicPr>
        <p:blipFill>
          <a:blip r:embed="rId2"/>
          <a:srcRect l="825" t="71139"/>
          <a:stretch>
            <a:fillRect/>
          </a:stretch>
        </p:blipFill>
        <p:spPr>
          <a:xfrm>
            <a:off x="197928" y="4782064"/>
            <a:ext cx="11948984" cy="1847416"/>
          </a:xfrm>
          <a:prstGeom prst="rect">
            <a:avLst/>
          </a:prstGeom>
        </p:spPr>
      </p:pic>
    </p:spTree>
    <p:extLst>
      <p:ext uri="{BB962C8B-B14F-4D97-AF65-F5344CB8AC3E}">
        <p14:creationId xmlns:p14="http://schemas.microsoft.com/office/powerpoint/2010/main" val="335765815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04B8BA-C97E-FE40-047A-700A5A08A20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FDA1E70-8CFC-3841-6DAC-D4E0DD2A137A}"/>
              </a:ext>
            </a:extLst>
          </p:cNvPr>
          <p:cNvSpPr txBox="1"/>
          <p:nvPr/>
        </p:nvSpPr>
        <p:spPr>
          <a:xfrm>
            <a:off x="406189" y="587445"/>
            <a:ext cx="9366738" cy="5262979"/>
          </a:xfrm>
          <a:prstGeom prst="rect">
            <a:avLst/>
          </a:prstGeom>
          <a:noFill/>
        </p:spPr>
        <p:txBody>
          <a:bodyPr wrap="square">
            <a:spAutoFit/>
          </a:bodyPr>
          <a:lstStyle/>
          <a:p>
            <a:r>
              <a:rPr lang="en-IL" sz="1400" dirty="0"/>
              <a:t>Row Pattern Analysis:</a:t>
            </a:r>
          </a:p>
          <a:p>
            <a:r>
              <a:rPr lang="en-IL" sz="1400" dirty="0"/>
              <a:t>- Row 1: 2 light circles → 2 light pentagons → 2 light triangles</a:t>
            </a:r>
          </a:p>
          <a:p>
            <a:r>
              <a:rPr lang="en-IL" sz="1400" dirty="0"/>
              <a:t>- Row 2: 7 dark circles → 7 dark pentagons → 7 dark triangles </a:t>
            </a:r>
          </a:p>
          <a:p>
            <a:r>
              <a:rPr lang="en-IL" sz="1400" dirty="0"/>
              <a:t>- Row 3: 1 large dark circle → 1 small dark pentagon → ?</a:t>
            </a:r>
          </a:p>
          <a:p>
            <a:endParaRPr lang="en-IL" sz="1400" dirty="0"/>
          </a:p>
          <a:p>
            <a:r>
              <a:rPr lang="en-IL" sz="1400" dirty="0"/>
              <a:t>Column Pattern Analysis:</a:t>
            </a:r>
          </a:p>
          <a:p>
            <a:r>
              <a:rPr lang="en-IL" sz="1400" dirty="0"/>
              <a:t>- Column 1: 2 shapes → 7 shapes → 1 shape</a:t>
            </a:r>
          </a:p>
          <a:p>
            <a:r>
              <a:rPr lang="en-IL" sz="1400" dirty="0"/>
              <a:t>- Column 2: 2 shapes → 7 shapes → 1 shape  </a:t>
            </a:r>
          </a:p>
          <a:p>
            <a:r>
              <a:rPr lang="en-IL" sz="1400" dirty="0"/>
              <a:t>- Column 3: 2 shapes → 7 shapes → ?, missing piece shoud contain 1 shape</a:t>
            </a:r>
          </a:p>
          <a:p>
            <a:endParaRPr lang="en-IL" sz="1400" dirty="0"/>
          </a:p>
          <a:p>
            <a:r>
              <a:rPr lang="en-IL" sz="1400" dirty="0"/>
              <a:t>Logic:</a:t>
            </a:r>
          </a:p>
          <a:p>
            <a:r>
              <a:rPr lang="en-IL" sz="1400" dirty="0"/>
              <a:t>1. Shape progression within rows: Each row maintains the same shape cycle, circle → pentagon → triangle.</a:t>
            </a:r>
          </a:p>
          <a:p>
            <a:r>
              <a:rPr lang="en-IL" sz="1400" dirty="0"/>
              <a:t>Missing piece should contain a triangle.</a:t>
            </a:r>
          </a:p>
          <a:p>
            <a:endParaRPr lang="en-IL" sz="1400" dirty="0"/>
          </a:p>
          <a:p>
            <a:r>
              <a:rPr lang="en-IL" sz="1400" dirty="0"/>
              <a:t>2. Color consistency within rows: Row 1 uses light colors throughout, Row 2 uses dark colors throughout, Row 3 uses dark colors in Columns 1 and 2, so Column 3 should also use a dark color.</a:t>
            </a:r>
          </a:p>
          <a:p>
            <a:endParaRPr lang="en-IL" sz="1400" dirty="0"/>
          </a:p>
          <a:p>
            <a:r>
              <a:rPr lang="en-IL" sz="1400" dirty="0"/>
              <a:t>3. Size and position pattern: Row 3 shows a progression from a large dark circle to a small dark pentagon, suggesting the triangle should be appropriately sized and positioned, likely as a medium single dark triangle seen in Choices 2, 3. </a:t>
            </a:r>
          </a:p>
          <a:p>
            <a:r>
              <a:rPr lang="en-IL" sz="1400" dirty="0"/>
              <a:t>Choice 3 presents a more logical position that has been seen in Row 3. </a:t>
            </a:r>
          </a:p>
          <a:p>
            <a:endParaRPr lang="en-IL" sz="1400" dirty="0"/>
          </a:p>
          <a:p>
            <a:r>
              <a:rPr lang="en-IL" sz="1400" dirty="0"/>
              <a:t>Answer: Choice 3 - This shows a single dark triangle, which maintains the quantity pattern (1 shape), follows the shape logic (triangle to complete the row pattern), uses the correct color (dark to match Row 3), and provides the appropriate size and positioning consistent with the established matrix structure.</a:t>
            </a:r>
          </a:p>
        </p:txBody>
      </p:sp>
    </p:spTree>
    <p:extLst>
      <p:ext uri="{BB962C8B-B14F-4D97-AF65-F5344CB8AC3E}">
        <p14:creationId xmlns:p14="http://schemas.microsoft.com/office/powerpoint/2010/main" val="15040365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2250</TotalTime>
  <Words>3363</Words>
  <Application>Microsoft Macintosh PowerPoint</Application>
  <PresentationFormat>Widescreen</PresentationFormat>
  <Paragraphs>298</Paragraphs>
  <Slides>35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35</vt:i4>
      </vt:variant>
    </vt:vector>
  </HeadingPairs>
  <TitlesOfParts>
    <vt:vector size="39"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רותי כהן</dc:creator>
  <cp:lastModifiedBy>רותי כהן</cp:lastModifiedBy>
  <cp:revision>67</cp:revision>
  <dcterms:created xsi:type="dcterms:W3CDTF">2025-05-30T09:52:35Z</dcterms:created>
  <dcterms:modified xsi:type="dcterms:W3CDTF">2026-07-19T09:39:23Z</dcterms:modified>
</cp:coreProperties>
</file>